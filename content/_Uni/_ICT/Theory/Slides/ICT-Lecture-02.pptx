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4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67"/>
  </p:notesMasterIdLst>
  <p:sldIdLst>
    <p:sldId id="256" r:id="rId2"/>
    <p:sldId id="490" r:id="rId3"/>
    <p:sldId id="426" r:id="rId4"/>
    <p:sldId id="427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58" r:id="rId35"/>
    <p:sldId id="459" r:id="rId36"/>
    <p:sldId id="460" r:id="rId37"/>
    <p:sldId id="461" r:id="rId38"/>
    <p:sldId id="462" r:id="rId39"/>
    <p:sldId id="463" r:id="rId40"/>
    <p:sldId id="464" r:id="rId41"/>
    <p:sldId id="465" r:id="rId42"/>
    <p:sldId id="466" r:id="rId43"/>
    <p:sldId id="467" r:id="rId44"/>
    <p:sldId id="469" r:id="rId45"/>
    <p:sldId id="470" r:id="rId46"/>
    <p:sldId id="471" r:id="rId47"/>
    <p:sldId id="472" r:id="rId48"/>
    <p:sldId id="473" r:id="rId49"/>
    <p:sldId id="474" r:id="rId50"/>
    <p:sldId id="475" r:id="rId51"/>
    <p:sldId id="476" r:id="rId52"/>
    <p:sldId id="491" r:id="rId53"/>
    <p:sldId id="492" r:id="rId54"/>
    <p:sldId id="477" r:id="rId55"/>
    <p:sldId id="478" r:id="rId56"/>
    <p:sldId id="479" r:id="rId57"/>
    <p:sldId id="480" r:id="rId58"/>
    <p:sldId id="481" r:id="rId59"/>
    <p:sldId id="482" r:id="rId60"/>
    <p:sldId id="483" r:id="rId61"/>
    <p:sldId id="484" r:id="rId62"/>
    <p:sldId id="485" r:id="rId63"/>
    <p:sldId id="486" r:id="rId64"/>
    <p:sldId id="487" r:id="rId65"/>
    <p:sldId id="421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872CD-F8B4-765E-4A77-0D49F6504531}" v="3" dt="2022-09-22T03:53:56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8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f ur Rehman" userId="S::saif_ur_rehman@comsats.edu.pk::10605452-1bd9-499b-bab1-d6ace51155d5" providerId="AD" clId="Web-{719872CD-F8B4-765E-4A77-0D49F6504531}"/>
    <pc:docChg chg="modSld">
      <pc:chgData name="Saif ur Rehman" userId="S::saif_ur_rehman@comsats.edu.pk::10605452-1bd9-499b-bab1-d6ace51155d5" providerId="AD" clId="Web-{719872CD-F8B4-765E-4A77-0D49F6504531}" dt="2022-09-22T03:53:56.375" v="2" actId="1076"/>
      <pc:docMkLst>
        <pc:docMk/>
      </pc:docMkLst>
      <pc:sldChg chg="modSp">
        <pc:chgData name="Saif ur Rehman" userId="S::saif_ur_rehman@comsats.edu.pk::10605452-1bd9-499b-bab1-d6ace51155d5" providerId="AD" clId="Web-{719872CD-F8B4-765E-4A77-0D49F6504531}" dt="2022-09-22T03:53:56.375" v="2" actId="1076"/>
        <pc:sldMkLst>
          <pc:docMk/>
          <pc:sldMk cId="0" sldId="427"/>
        </pc:sldMkLst>
        <pc:spChg chg="mod">
          <ac:chgData name="Saif ur Rehman" userId="S::saif_ur_rehman@comsats.edu.pk::10605452-1bd9-499b-bab1-d6ace51155d5" providerId="AD" clId="Web-{719872CD-F8B4-765E-4A77-0D49F6504531}" dt="2022-09-22T03:53:02.295" v="0" actId="1076"/>
          <ac:spMkLst>
            <pc:docMk/>
            <pc:sldMk cId="0" sldId="427"/>
            <ac:spMk id="4" creationId="{00000000-0000-0000-0000-000000000000}"/>
          </ac:spMkLst>
        </pc:spChg>
        <pc:spChg chg="mod">
          <ac:chgData name="Saif ur Rehman" userId="S::saif_ur_rehman@comsats.edu.pk::10605452-1bd9-499b-bab1-d6ace51155d5" providerId="AD" clId="Web-{719872CD-F8B4-765E-4A77-0D49F6504531}" dt="2022-09-22T03:53:56.375" v="2" actId="1076"/>
          <ac:spMkLst>
            <pc:docMk/>
            <pc:sldMk cId="0" sldId="427"/>
            <ac:spMk id="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6:10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7:0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8:35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0 189 24575,'56'0'0,"-10"2"0,0-3 0,90-13 0,-95 6 0,-19 5 0,40-12 0,-36 7 0,0 2 0,1 1 0,-1 1 0,30 0 0,-54 4 0,0 0 0,1 0 0,-1 0 0,1-1 0,-1 1 0,0 0 0,0-1 0,1 1 0,-1-1 0,0 0 0,0 0 0,1 0 0,-1 0 0,0 0 0,0 0 0,0-1 0,-1 1 0,1-1 0,0 1 0,0-1 0,-1 0 0,1 1 0,-1-1 0,2-3 0,-2 3 0,-1 0 0,0 0 0,0 0 0,0 0 0,0 0 0,0 0 0,-1 0 0,1 0 0,0 0 0,-1 0 0,0 0 0,1 0 0,-1 0 0,0 0 0,0 0 0,0 1 0,0-1 0,0 0 0,-1 1 0,1-1 0,0 0 0,-1 1 0,1 0 0,-1-1 0,0 1 0,1 0 0,-3-1 0,-3-3 0,-1 1 0,1 0 0,-1 1 0,0 0 0,0 0 0,0 0 0,0 1 0,-1 1 0,1-1 0,-10 1 0,6-1 0,-1 0 0,0-1 0,-12-4 0,57 11 0,-23-1 0,-1-2 0,1 1 0,-1 1 0,0 0 0,-1 0 0,11 6 0,-15-7 0,0 0 0,-1 0 0,1 0 0,-1 1 0,0-1 0,1 1 0,-1-1 0,0 1 0,-1 0 0,1 0 0,0 0 0,-1 0 0,0 0 0,0 0 0,0 0 0,0 1 0,1 3 0,-1-1 0,0 0 0,-1 0 0,0 0 0,0 1 0,0-1 0,-1 0 0,1 0 0,-1 0 0,-1-1 0,1 1 0,-1 0 0,-4 8 0,-2 2 0,-1 1 0,-19 24 0,13-20 0,5-8-1365,0-2-5461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02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24575,'0'5'0,"1"-1"0,0 1 0,0-1 0,0 0 0,0 1 0,1-1 0,0 0 0,0 0 0,0 1 0,4 5 0,33 41 0,-18-26 0,256 330 0,-246-318 0,2-2 0,2-1 0,0-1 0,51 34 0,-56-43 0,66 62 0,-41-35 0,-53-49 0,0 0 0,0-1 0,0 1 0,0-1 0,0 1 0,0-1 0,0 0 0,0 0 0,0 0 0,1 0 0,-1 0 0,0-1 0,1 1 0,-1-1 0,0 0 0,1 1 0,2-1 0,-3-1 0,-1 1 0,0-1 0,1 1 0,-1-1 0,1 0 0,-1 0 0,0 1 0,1-1 0,-1 0 0,0 0 0,0 0 0,0-1 0,0 1 0,0 0 0,0 0 0,0-1 0,0 1 0,0 0 0,-1-1 0,1 1 0,0-1 0,-1 1 0,1-1 0,-1 1 0,0-1 0,1 1 0,-1-1 0,0-1 0,2-10 0,-1 0 0,-1 0 0,0-16 0,6 69 0,-3-24 0,0-1 0,-1 1 0,-1 0 0,-1 25 0,-1-37 0,1 0 0,0-1 0,-1 1 0,0 0 0,0-1 0,0 1 0,-1-1 0,1 1 0,-1-1 0,0 0 0,1 0 0,-1 0 0,-1 0 0,1 0 0,0 0 0,-1 0 0,0-1 0,1 1 0,-1-1 0,0 0 0,0 0 0,-1 0 0,1 0 0,0 0 0,-7 1 0,-69 17-1365,56-16-5461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6:5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1 904 24575,'789'0'0,"-760"2"0,51 9 0,-50-6 0,42 2 0,-69-7 0,0 0 0,-1-1 0,1 1 0,-1 0 0,1-1 0,0 0 0,-1 1 0,1-1 0,-1 0 0,0 0 0,1-1 0,-1 1 0,0 0 0,1-1 0,-1 1 0,0-1 0,0 0 0,0 0 0,-1 0 0,1 0 0,0 0 0,-1 0 0,1 0 0,-1 0 0,0-1 0,0 1 0,0-1 0,0 1 0,0-1 0,0 1 0,-1-1 0,1-3 0,2-10 0,-1 1 0,-1-1 0,-1 0 0,-2-20 0,1 18 0,-4-508 0,5 404 0,0 117 0,0 0 0,0 0 0,0 0 0,1 0 0,0 1 0,0-1 0,0 0 0,1 0 0,0 1 0,-1-1 0,2 1 0,4-8 0,-5 9 0,1 0 0,0 0 0,0 0 0,0 1 0,0-1 0,0 1 0,1 0 0,-1 0 0,1 0 0,-1 1 0,1-1 0,0 1 0,0 0 0,-1 0 0,1 0 0,6 0 0,39-3 0,0 2 0,74 7 0,-16-1 0,574-4 0,-674 0 0,0 0 0,0 0 0,-1 1 0,1 0 0,0 0 0,0 1 0,-1-1 0,12 6 0,-15-5 0,0 0 0,0 0 0,0 0 0,-1 0 0,1 0 0,-1 1 0,0-1 0,1 1 0,-1 0 0,0-1 0,-1 1 0,1 0 0,0 0 0,-1 0 0,0 1 0,0-1 0,0 0 0,0 0 0,1 7 0,1 20 0,0 1 0,-2-1 0,-6 57 0,1-12 0,3 318 0,1-388 0,0 1 0,0 0 0,0-1 0,1 1 0,0-1 0,0 1 0,0-1 0,1 1 0,4 8 0,-5-12 0,1 1 0,0-1 0,0 0 0,0 0 0,0 0 0,1 0 0,-1 0 0,0 0 0,1 0 0,0-1 0,-1 0 0,1 1 0,0-1 0,-1 0 0,1 0 0,0 0 0,0-1 0,0 1 0,6 0 0,33 2 0,1-1 0,64-7 0,-12 1 0,-83 4 0,0-1 0,0 2 0,1 0 0,-1 0 0,0 1 0,0 1 0,-1 0 0,23 9 0,-10-4 0,0-1 0,0-1 0,0-1 0,1 0 0,0-2 0,-1-2 0,36 0 0,-19-1 0,60 9 0,-20 1 0,0-3 0,91-6 0,-150-1 0,-17 0 0,1 0 0,-1 0 0,0-1 0,1 0 0,-1 0 0,0 0 0,0-1 0,0 1 0,0-1 0,0 0 0,6-4 0,-8 4 0,0-1 0,0 1 0,0-1 0,-1 0 0,1 1 0,-1-1 0,0 0 0,0 0 0,0-1 0,0 1 0,0 0 0,-1-1 0,0 1 0,0-1 0,0 1 0,0-1 0,1-6 0,1-31 0,-1-1 0,-3 0 0,-1 1 0,-13-76 0,-4-66 0,17 166 0,-1 1 0,0-1 0,0 1 0,-12-28 0,11 33 0,-1-1 0,2 0 0,0 0 0,0-1 0,1 1 0,0 0 0,1-1 0,1 1 0,1-14 0,-1 22 0,1 0 0,0 0 0,0 0 0,1 1 0,-1-1 0,1 0 0,0 1 0,0 0 0,0-1 0,0 1 0,1 0 0,-1 0 0,1 0 0,0 0 0,-1 0 0,2 1 0,-1-1 0,0 1 0,0 0 0,1 0 0,-1 0 0,1 0 0,-1 1 0,1 0 0,0-1 0,7 0 0,7-1 0,0 1 0,0 0 0,1 2 0,27 2 0,-17-1 0,794 3 0,-495-5 0,-323 1 0,0 0 0,1 0 0,-1 1 0,0 0 0,0 0 0,0 0 0,0 0 0,0 1 0,8 3 0,-10-3 0,0 0 0,-1 0 0,1 0 0,-1 0 0,0 0 0,1 1 0,-1-1 0,0 1 0,0-1 0,-1 1 0,1 0 0,-1 0 0,1 0 0,-1 0 0,0 0 0,0 0 0,1 3 0,47 220 0,-4-17 0,-38-177 0,4 55 0,-4-17 0,-6-67 0,0 1 0,-1-1 0,1 1 0,1-1 0,-1 0 0,0 1 0,1-1 0,0 0 0,-1 0 0,1 0 0,0 0 0,1 0 0,-1 0 0,0-1 0,1 1 0,0-1 0,0 0 0,-1 0 0,1 0 0,0 0 0,0 0 0,1-1 0,-1 1 0,0-1 0,1 0 0,6 2 0,7 0 0,0-1 0,0 0 0,0-1 0,26-2 0,-5 0 0,0 3 0,-1 2 0,0 1 0,41 11 0,107 40 0,-101-29 0,-55-19 0,1-2 0,0 0 0,57 2 0,93-10 0,-65-1 0,-57 4 0,64-3 0,-118 2 0,-1-1 0,0 1 0,1-1 0,-1 0 0,0 0 0,0-1 0,0 1 0,0 0 0,0-1 0,0 0 0,0 0 0,0 0 0,-1 0 0,1 0 0,-1-1 0,1 1 0,-1-1 0,0 1 0,0-1 0,0 0 0,-1 0 0,1 0 0,0 0 0,-1 0 0,0 0 0,0 0 0,0-1 0,0 1 0,-1 0 0,1-5 0,2-14 0,-1 1 0,-1 0 0,-4-39 0,1 27 0,-4-549 0,6 575 0,0 0 0,0 0 0,1 0 0,0 0 0,0 1 0,1-1 0,0 0 0,4-11 0,-4 16 0,0-1 0,0 0 0,0 0 0,0 1 0,0-1 0,1 1 0,-1-1 0,1 1 0,-1 0 0,1 0 0,0 0 0,0 1 0,0-1 0,0 1 0,0-1 0,1 1 0,-1 0 0,0 0 0,1 1 0,3-1 0,29-3 0,0 1 0,0 3 0,54 4 0,4 1 0,690-5-1365,-752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13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2935 280 24575,'0'857'0,"-2"-840"0,0 0 0,-1 0 0,0 0 0,-2-1 0,0 1 0,-1-1 0,-11 22 0,9-20 0,0 1 0,1 0 0,1 1 0,-6 37 0,8-26 0,-2 0 0,-1 0 0,-1-1 0,-2 0 0,0-1 0,-18 32 0,26-56 0,-18 37 0,-2 0 0,-48 70 0,-63 84 0,70-98 0,38-58 0,-47 60 0,-30 31 0,-21 24 0,110-140 0,0-1 0,-1-1 0,0 0 0,-1 0 0,0-1 0,-1-1 0,0-1 0,-19 9 0,-106 50 0,123-61 0,1 0 0,-2-2 0,1 0 0,-1-1 0,0-1 0,0 0 0,-25 1 0,-142-5 0,102-3 0,26 2 0,-154-6 0,179 3 0,0-1 0,0-1 0,0-2 0,-42-16 0,-11-5 0,60 21 0,0 0 0,1-2 0,0 0 0,-32-20 0,27 8 0,2-1 0,0-1 0,-34-40 0,28 28 0,-41-33 0,42 42 0,1-2 0,1-2 0,2 0 0,-49-69 0,23 32 0,38 49 0,1-1 0,0-1 0,-13-26 0,24 38 0,-56-117 0,55 109 0,0-1 0,1 0 0,1 0 0,1 0 0,-2-30 0,5-196 0,2 103 0,0 73 0,3 0 0,3 0 0,3 0 0,3 2 0,30-90 0,-33 128 0,1 1 0,30-47 0,5-10 0,-34 62 0,1 1 0,0 0 0,2 1 0,0 1 0,31-28 0,-32 32 0,15-12 0,64-45 0,0 0 0,-53 35 0,59-46 0,-85 72 0,0 1 0,1 0 0,0 2 0,1 0 0,18-7 0,61-22 0,-65 24 0,1 0 0,0 2 0,64-12 0,53-1 0,-62 9 0,163-7 0,465 24 0,-701-2 0,0 1 0,0 1 0,1 0 0,-1 1 0,0 0 0,-1 1 0,16 7 0,-6-1 0,0 2 0,-1 0 0,24 20 0,-22-17 0,2-1 0,40 18 0,-37-19 0,48 29 0,22 18-1365,-73-43-5461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26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32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1536 24575,'0'-45'0,"4"-112"0,-2 136 0,1 0 0,1-1 0,1 2 0,1-1 0,10-24 0,5 2 0,46-69 0,3-5 0,-1 2 0,-42 73 0,22-46 0,-22 38 0,2 1 0,3 1 0,1 1 0,72-75 0,-91 108 0,0 0 0,1 2 0,0 0 0,0 0 0,29-15 0,89-33 0,-68 33 0,21-7 0,94-22 0,-122 39 0,-6 4 0,1 2 0,90-6 0,-56 6 0,-47 5 0,45-1 0,-73 7 0,74 2 0,-78-1 0,1 1 0,-1-1 0,1 2 0,-1-1 0,1 1 0,-1 0 0,13 8 0,10 11 0,-1 0 0,-1 2 0,39 43 0,-15-15 0,-15-16 0,-2 2 0,62 84 0,-72-89 0,0-2 0,37 34 0,-46-50 0,-1-1 0,2-1 0,20 11 0,-17-11 0,37 31 0,13 10 0,-53-43 0,-1 1 0,-1 1 0,29 29 0,-41-36 0,1 1 0,-1-1 0,0 1 0,-1 0 0,0 0 0,0 0 0,0 1 0,2 10 0,8 65 0,-10-62 0,5 67 0,-7 140 0,-3-108 0,3-109 0,-1 0 0,-1-1 0,0 1 0,0 0 0,-1-1 0,0 1 0,-1-1 0,0 1 0,-1-1 0,0 0 0,-1-1 0,0 1 0,0-1 0,-9 12 0,-113 153 0,73-96 0,-97 107 0,98-127 0,-61 59 0,57-60 0,38-37 0,-1 0 0,-1-2 0,-38 27 0,20-19 0,23-14 0,-2 0 0,0-2 0,0 0 0,-1 0 0,0-2 0,0-1 0,-31 9 0,-34-4 0,-105 3 0,-85-13 0,161-2 0,76-3 0,0-2 0,0-2 0,1-1 0,-68-25 0,72 23 0,0 0 0,1-2 0,-51-25 0,70 30 0,-1-1 0,2-1 0,-1 1 0,1-2 0,0 0 0,1 0 0,0-1 0,-14-20 0,-30-56 0,-56-125 0,76 143 0,17 31 0,12 25 0,0 1 0,-1 0 0,0 1 0,-11-15 0,-139-176 0,151 196-114,0-1 1,0-1-1,1 1 0,-1 0 0,2-1 1,-1 0-1,1 0 0,0 0 0,1 0 1,0-1-1,-2-14 0,1-5-6712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37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1983 24575,'0'-24'0,"5"-158"0,-2 149 0,1 1 0,2 0 0,15-49 0,14-11 0,65-119 0,-76 164 0,18-40 0,5 1 0,69-94 0,-62 97 0,10-12 0,168-228 0,-197 274 0,3 3 0,78-77 0,-95 105 0,0 1 0,2 1 0,0 1 0,0 1 0,2 1 0,-1 1 0,2 1 0,-1 1 0,2 1 0,-1 2 0,50-8 0,17 4 0,0 4 0,104 6 0,-153 1 0,-32 0 0,-1 1 0,1 1 0,-1 0 0,0 0 0,0 1 0,0 1 0,0 0 0,0 0 0,-1 1 0,1 0 0,-1 1 0,-1 0 0,1 0 0,-1 1 0,0 1 0,-1 0 0,1 0 0,-2 0 0,1 1 0,-1 0 0,-1 0 0,7 12 0,3 3 0,1-2 0,27 28 0,7 11 0,4 0 0,-37-43 0,-1 1 0,19 29 0,18 27 0,-38-56 0,-1 1 0,-1 1 0,0 1 0,-2 0 0,-1 0 0,10 28 0,20 69 0,-21-68 0,-3 1 0,16 83 0,-23-78 0,-3-23 0,3 55 0,-8-66 0,2 0 0,1 1 0,0-1 0,11 27 0,7 26 0,-12-18 0,-1 0 0,1 85 0,-12 121 0,-1-106 0,2 316 0,-1-459 0,-1-1 0,0 1 0,0-1 0,-2 0 0,0 0 0,0 0 0,-1 0 0,-1-1 0,-1 1 0,1-2 0,-2 1 0,-13 17 0,-12 11 0,-2-1 0,-45 39 0,40-39 0,22-23 0,-1 0 0,0-2 0,-1 0 0,-1-1 0,0 0 0,-40 17 0,-21 9 0,58-27 0,0-1 0,0-1 0,-1-1 0,-1-1 0,0-1 0,-28 5 0,-17-8 0,-130-5 0,77-3 0,9 4 0,-123-3 0,214-1 0,0-2 0,0-1 0,1-1 0,-1-1 0,2 0 0,-37-21 0,-29-10 0,49 24 0,2-1 0,0-2 0,-63-41 0,90 52 0,-6-3 0,0-1 0,0-1 0,2 0 0,-1-1 0,2 0 0,0-1 0,0-1 0,-16-25 0,-41-77 0,-28-53 0,70 118 0,3-1 0,-29-93 0,49 131 14,-1 1 0,-1-1 0,0 1 0,-1 1 0,-10-14 0,-12-22-1463,16 22-5377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4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24575,'29'-1'0,"49"-10"0,2 1 0,-69 9 0,199-5 0,-207 6 0,1 0 0,-1 0 0,0 1 0,0-1 0,0 1 0,0 0 0,0 0 0,0 0 0,0 1 0,0-1 0,0 0 0,0 1 0,-1 0 0,1 0 0,0 0 0,-1 0 0,0 0 0,1 0 0,-1 1 0,0-1 0,0 1 0,-1-1 0,1 1 0,0 0 0,-1 0 0,0 0 0,1 0 0,-1 0 0,0 0 0,0 4 0,2 9 0,-2 0 0,0 0 0,0 0 0,-4 31 0,1-17 0,-1 25 0,-2 0 0,-3 0 0,-1-1 0,-4-1 0,-1 0 0,-30 72 0,3-38 0,-3-1 0,-3-3 0,-90 118 0,112-172 0,-16 22 0,39-49 0,0 1 0,1-1 0,-1 1 0,1-1 0,0 1 0,0 0 0,0 0 0,0-1 0,0 1 0,1 0 0,-1 0 0,1 0 0,0 0 0,0 0 0,0 0 0,1 5 0,0-6 0,0 0 0,0 0 0,0 0 0,0 0 0,0 0 0,1 0 0,-1 0 0,1-1 0,0 1 0,-1-1 0,1 1 0,0-1 0,0 0 0,0 1 0,0-1 0,0 0 0,0 0 0,0 0 0,0-1 0,0 1 0,4 0 0,51 9 0,-48-9 0,86 4-95,110-6-1,-125-1-1078,-48 1-5652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737 199 24575,'-11'-9'0,"-1"1"0,1 1 0,-1 0 0,-1 1 0,1 0 0,-1 1 0,0 0 0,-23-4 0,-10-6 0,-54-21 0,-170-39 0,264 74 0,-10-3 0,0 2 0,0 0 0,-31 0 0,44 2 0,-1 1 0,1-1 0,0 0 0,-1 1 0,1 0 0,0 0 0,0 0 0,0 0 0,0 0 0,0 0 0,0 1 0,0 0 0,0-1 0,0 1 0,1 0 0,-1 0 0,1 1 0,0-1 0,-1 1 0,1-1 0,0 1 0,0-1 0,1 1 0,-1 0 0,-1 4 0,-1 9 0,0 0 0,1 1 0,1-1 0,1 1 0,0 0 0,1 0 0,4 31 0,-1 0 0,1 359 0,-5-298 0,2-95 0,1 0 0,0 0 0,1 0 0,1 0 0,0-1 0,8 17 0,-6-14 0,-1 0 0,0 0 0,-1 1 0,3 17 0,-6-17 0,1 1 0,1-1 0,0 0 0,2 1 0,0-2 0,7 19 0,-8-29 0,0 1 0,0 0 0,0-1 0,0 0 0,1 0 0,0 0 0,1-1 0,-1 0 0,1 0 0,0 0 0,0 0 0,1-1 0,-1 0 0,1-1 0,0 1 0,11 3 0,6-1 0,1-1 0,-1 0 0,1-2 0,0-1 0,0-1 0,31-3 0,-41 1 0,-7 1 0,0-1 0,0 0 0,-1 0 0,1-1 0,0 0 0,-1 0 0,0-1 0,1 0 0,-1 0 0,0-1 0,0 0 0,-1 0 0,1-1 0,-1 0 0,0 0 0,0 0 0,-1-1 0,1 1 0,-1-1 0,-1-1 0,1 1 0,-1-1 0,0 0 0,0 0 0,-1 0 0,0 0 0,0 0 0,-1-1 0,0 0 0,0 1 0,-1-1 0,0 0 0,0 0 0,-1-7 0,0 10-59,-1 1 0,1-1-1,-1 1 1,0-1-1,0 1 1,0 0 0,-1-1-1,0 1 1,0 0 0,0 0-1,0 0 1,0 0 0,-1 1-1,0-1 1,1 1-1,-1-1 1,-1 1 0,1 0-1,0 0 1,-1 0 0,0 1-1,-5-4 1,-11-3-6767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2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24575,'1'71'0,"4"0"0,3 0 0,18 73 0,-1-47 0,58 149 0,-72-221-273,-2 0 0,-1 0 0,-2 1 0,7 45 0,-11-40-6553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3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1 517 24575,'14'-1'0,"0"-1"0,0 0 0,0 0 0,0-2 0,-1 0 0,1 0 0,-1-1 0,0-1 0,15-8 0,12-10 0,51-39 0,8-16 0,147-151 0,-240 224 0,0-1 0,0 0 0,-1 0 0,0 0 0,0-1 0,-1 0 0,0 0 0,4-10 0,-11 48 0,1 42 0,2-33 0,-1 402-1365,1-409-5461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5.4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24575,'68'-2'0,"-32"0"0,0 2 0,40 5 0,-73-5 0,0 1 0,0 0 0,0-1 0,0 1 0,0 0 0,0 0 0,0 1 0,0-1 0,0 1 0,-1-1 0,1 1 0,0 0 0,-1 0 0,1 0 0,-1 0 0,0 1 0,0-1 0,4 5 0,-4-2 0,0-1 0,-1 0 0,1 1 0,0-1 0,-1 1 0,0-1 0,0 1 0,-1 0 0,1-1 0,-1 1 0,-1 7 0,0 0 0,-1 0 0,0 0 0,-1 0 0,0 0 0,-1-1 0,0 0 0,-1 0 0,0 0 0,-8 13 0,-36 46 0,-49 78 0,97-145 0,-1-1 0,1 1 0,0-1 0,-1 1 0,1 0 0,0-1 0,1 1 0,-1 0 0,0 0 0,1 0 0,0-1 0,-1 1 0,1 4 0,1-6 0,-1 0 0,1 0 0,-1 1 0,1-1 0,0 0 0,0 0 0,-1 0 0,1 0 0,0 1 0,0-1 0,0-1 0,0 1 0,0 0 0,0 0 0,0 0 0,0 0 0,1-1 0,-1 1 0,0-1 0,0 1 0,1-1 0,-1 1 0,0-1 0,1 0 0,-1 1 0,0-1 0,1 0 0,1 0 0,28 2-27,1-1-1,0-1 1,-1-2-1,1-1 1,42-10 0,-10 2-1174,-36 7-5625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6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80 24575,'-9'-4'0,"-9"-3"0,0-8 0,-2-3 0,-3 2 0,-7 4 0,2 4-8191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7:58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24575,'0'5'0,"0"6"0,0 15 0,0 18 0,0 25 0,0 15 0,0 8 0,0-3 0,0-2 0,0 8 0,0 2 0,0-2 0,0-11 0,0-11 0,0-13 0,0-13 0,0-8 0,0-12-8191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0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6 24575,'-4'1'0,"-1"-1"0,0 2 0,0-1 0,1 0 0,-1 1 0,1 0 0,-1 0 0,1 0 0,0 0 0,0 1 0,0 0 0,0 0 0,0 0 0,0 0 0,1 1 0,0-1 0,0 1 0,0 0 0,-4 5 0,0 3 0,-1-1 0,2 2 0,0-1 0,0 0 0,-7 24 0,8-8 0,1 0 0,1 0 0,1 0 0,4 55 0,-1-40 0,-1-35 0,1-1 0,-1 1 0,1 0 0,1-1 0,-1 0 0,1 1 0,1-1 0,-1 0 0,1 0 0,0 0 0,7 10 0,-7-13 0,1 0 0,-1 0 0,1 0 0,-1-1 0,1 0 0,0 1 0,1-2 0,-1 1 0,0 0 0,1-1 0,-1 0 0,1 0 0,0 0 0,0 0 0,0-1 0,0 0 0,0 0 0,7 0 0,20 2 0,0-2 0,-1-1 0,54-7 0,-78 5 0,0 0 0,0 0 0,0 0 0,-1-1 0,1 0 0,-1 0 0,1-1 0,-1 0 0,0 0 0,-1 0 0,1-1 0,-1 0 0,0 0 0,0 0 0,0-1 0,-1 0 0,0 1 0,0-2 0,0 1 0,3-9 0,0 0 0,-1 0 0,-1-1 0,-1 0 0,0 0 0,-1 0 0,0 0 0,0-30 0,-3 19 0,-1 0 0,0-1 0,-7-29 0,6 49 0,0 0 0,0 0 0,0 0 0,-1 0 0,0 0 0,-1 1 0,0-1 0,0 1 0,0 0 0,-1 0 0,0 0 0,-1 1 0,1 0 0,-11-9 0,10 12-124,0-1 0,0 1 0,-1 0 0,0 1 0,1 0 0,-1 0-1,0 0 1,0 1 0,0 0 0,-11 0 0,-9-1-6702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1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 0 24575,'-18'0'0,"0"1"0,-1 0 0,1 1 0,-33 9 0,45-9 0,0 0 0,0 0 0,1 0 0,-1 1 0,1 0 0,-1 0 0,1 1 0,0-1 0,1 1 0,-1 0 0,0 1 0,1-1 0,0 1 0,0-1 0,1 1 0,-1 1 0,1-1 0,-3 6 0,-2 7 0,1 1 0,1-1 0,0 1 0,-5 38 0,10-51 0,1 0 0,-1 0 0,2 0 0,-1 0 0,1 0 0,-1 0 0,2 0 0,2 11 0,-2-14 0,-1 0 0,0 0 0,1-1 0,-1 1 0,1-1 0,0 1 0,0-1 0,0 0 0,0 0 0,0 0 0,1 0 0,-1 0 0,1 0 0,-1 0 0,1-1 0,-1 1 0,1-1 0,5 2 0,-4-2 0,0 0 0,1-1 0,-1 1 0,0-1 0,1 0 0,-1 0 0,0 0 0,1 0 0,-1-1 0,0 0 0,0 0 0,1 0 0,-1 0 0,0-1 0,0 0 0,0 0 0,0 0 0,-1 0 0,1 0 0,-1-1 0,1 0 0,-1 1 0,0-1 0,0 0 0,0-1 0,0 1 0,2-4 0,5-6 0,-1 0 0,-1-1 0,0 0 0,-1 0 0,-1 0 0,6-16 0,-8 17 0,-3 7 0,1 1 0,-1 0 0,1 0 0,0 0 0,1 0 0,-1 0 0,6-7 0,-8 13 0,1-1 0,-1 0 0,1 0 0,-1 1 0,1-1 0,-1 1 0,0-1 0,1 0 0,-1 1 0,1-1 0,-1 1 0,0-1 0,0 1 0,1-1 0,-1 1 0,0-1 0,0 1 0,1-1 0,-1 1 0,0-1 0,0 1 0,0 0 0,0-1 0,0 1 0,0-1 0,0 1 0,0-1 0,0 1 0,0 1 0,2 22 0,-2 169 83,-1-93-1531,1-66-5378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3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24575,'25'0'0,"7"-1"0,55 8 0,-75-5 0,-1 0 0,0 1 0,0 0 0,0 1 0,-1 1 0,1-1 0,-1 2 0,14 8 0,-17-9 0,0 1 0,0-1 0,0 1 0,-1 0 0,0 1 0,0 0 0,-1 0 0,0 0 0,7 13 0,-6-7 0,0 1 0,-2 1 0,1-1 0,4 28 0,-1 28 0,-3 0 0,-5 122 0,-3-78 0,3-94 0,1 2 0,-2 1 0,0-1 0,-7 30 0,7-45 0,-1-1 0,0 1 0,-1 0 0,1-1 0,-1 0 0,-1 1 0,1-1 0,-1 0 0,0-1 0,-1 1 0,1-1 0,-1 0 0,0 0 0,-10 7 0,0 3 0,15-15 0,0 0 0,0 1 0,0-1 0,0 0 0,0 0 0,-1 0 0,1 1 0,0-1 0,0 0 0,0 0 0,0 1 0,0-1 0,0 0 0,0 0 0,0 0 0,0 1 0,1-1 0,-1 0 0,0 0 0,0 0 0,0 1 0,0-1 0,0 0 0,0 0 0,0 0 0,0 1 0,0-1 0,1 0 0,-1 0 0,0 0 0,0 0 0,0 0 0,0 1 0,1-1 0,-1 0 0,0 0 0,0 0 0,0 0 0,1 0 0,-1 0 0,0 0 0,37 3 0,-36-4 0,344-7-1365,-315 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4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 24575,'0'5'0,"-4"11"0,-3 7 0,1 5 0,-3-2 0,-1 3 0,-3 2 0,1 1 0,-7-6 0,-1-2 0,-1-6 0,2 5 0,1-3 0,2 1 0,0-4 0,2 1 0,4-3-8191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5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24575,'5'0'0,"6"5"0,11 5 0,6 3 0,-1 7 0,-1 1 0,-5 2 0,4-4 0,2-4 0,-3-1 0,-2-2 0,-3 6 0,-1 0 0,-4 2 0,-3-3-8191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7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24575,'2'63'0,"13"85"0,-5-35 0,-7 197 0,-5-152 0,2-17-1365,0-110-5461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09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1 576 24575,'151'-148'0,"-125"126"0,0 2 0,1 1 0,1 1 0,40-19 0,-6 2 0,-32 19 0,-17 8 0,1 1 0,-1-1 0,18-16 0,-27 20 0,0 0 0,0 0 0,0-1 0,-1 1 0,0-1 0,0 0 0,0 1 0,-1-1 0,1-1 0,-1 1 0,-1 0 0,1-1 0,1-8 0,0 2 0,-2-1 0,1 0 0,-2 1 0,1-1 0,-2 0 0,0 0 0,0 0 0,-4-14 0,-2 18 0,1 17 0,-1 17 0,-1 59 0,7 160 0,3-123 0,-2 133-1365,0-225-5461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8:11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24575,'99'-2'0,"111"5"0,-208-4 0,0 1 0,0 0 0,0 1 0,0-1 0,0 0 0,0 0 0,0 1 0,-1-1 0,1 1 0,0 0 0,0 0 0,0-1 0,-1 1 0,1 0 0,-1 0 0,1 1 0,0-1 0,-1 0 0,0 0 0,1 1 0,-1-1 0,0 1 0,2 2 0,-2-1 0,-1-1 0,1 1 0,-1-1 0,1 1 0,-1-1 0,0 1 0,0-1 0,-1 1 0,1 0 0,0-1 0,-1 1 0,1-1 0,-1 1 0,0-1 0,-1 4 0,-5 7 0,0 0 0,-1 0 0,0-1 0,-18 22 0,7-15 0,-35 29 0,-13 13 0,56-46 0,1 0 0,0 1 0,1 0 0,1 0 0,1 1 0,0 0 0,1 0 0,-6 30 0,11-46 0,1 0 0,0 1 0,0-1 0,-1 1 0,1-1 0,0 0 0,0 1 0,0-1 0,0 1 0,1-1 0,-1 1 0,0-1 0,1 0 0,-1 1 0,1-1 0,-1 0 0,1 1 0,-1-1 0,1 0 0,0 0 0,1 2 0,0-1 0,0 0 0,0-1 0,0 1 0,1-1 0,-1 1 0,0-1 0,1 0 0,-1 0 0,0 0 0,1 0 0,3 0 0,7 1 0,1 0 0,0-1 0,23-1 0,-26 0 0,99-3-1365,-77 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9:26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66 145 24575,'1'-3'0,"1"1"0,-1 0 0,0 0 0,0-1 0,0 1 0,0 0 0,0-1 0,-1 1 0,1-1 0,-1 0 0,1 1 0,-1-1 0,0 1 0,0-1 0,-1-4 0,1 4 0,0-1 0,0 1 0,0 0 0,0 0 0,0 0 0,1 0 0,0 0 0,-1 0 0,1 0 0,0 0 0,0 0 0,1 0 0,1-4 0,2 3 0,0-1 0,-1 1 0,1 0 0,1 0 0,-1 1 0,1 0 0,-1 0 0,1 0 0,0 0 0,0 1 0,0 0 0,0 0 0,0 1 0,10-2 0,11 0 0,55 0 0,-72 3 0,42-1 0,-4 0 0,68 7 0,-108-5 0,0 0 0,-1 1 0,1-1 0,0 1 0,-1 1 0,1 0 0,-1 0 0,0 0 0,0 1 0,0 0 0,0 0 0,-1 1 0,0 0 0,0 0 0,0 0 0,0 1 0,-1 0 0,0 0 0,0 0 0,-1 1 0,0-1 0,0 1 0,0 0 0,-1 1 0,5 13 0,-3-2 0,16 37 0,-14-41 0,-1 0 0,0 1 0,-2 0 0,4 16 0,-2 36 0,-3 0 0,-6 69 0,1-20 0,2-103 0,0 8 0,-5 37 0,4-52 0,0 1 0,-1-1 0,-1 1 0,1-1 0,-1 0 0,0 0 0,-1 0 0,-7 11 0,-6 5 0,-1 0 0,-1-1 0,-1-1 0,0-1 0,-2-1 0,-1 0 0,0-2 0,-1-1 0,-1-1 0,0-1 0,-1-1 0,0-1 0,-1-2 0,-1 0 0,1-2 0,-1-1 0,-1-1 0,1-2 0,-34 2 0,35-5 0,13 0 0,0-1 0,0 0 0,0 0 0,0-2 0,-27-5 0,38 6 0,1-1 0,-1 1 0,0-1 0,1 0 0,-1 0 0,1 0 0,0 0 0,-1 0 0,1 0 0,0-1 0,0 1 0,0-1 0,1 1 0,-1-1 0,1 0 0,-1 1 0,1-1 0,0 0 0,0 0 0,0 0 0,1 0 0,-1 0 0,0-5 0,0-9 0,0 0 0,0 0 0,3-19 0,-1 17 0,-1 12 0,0 1 0,0-1 0,1 1 0,0 0 0,0-1 0,1 1 0,-1 0 0,1-1 0,1 1 0,-1 0 0,1 0 0,0 1 0,0-1 0,1 1 0,0-1 0,0 1 0,0 0 0,0 0 0,1 1 0,10-8 0,3-1 0,1 1 0,0 1 0,1 1 0,1 1 0,-1 0 0,1 2 0,1 0 0,-1 2 0,1 0 0,0 1 0,0 1 0,0 2 0,1 0 0,-1 1 0,0 1 0,26 5 0,-37-4 0,0 2 0,0-1 0,0 1 0,-1 1 0,1 0 0,17 11 0,56 46 0,-65-47 0,-4-1 0,0 0 0,-1 2 0,0 0 0,-2 0 0,0 1 0,14 27 0,-8-15 0,23 29 0,-14-23-74,-8-10-572,45 45 1,-48-55-6181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9:27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24575,'-1'0'0,"0"0"0,0 0 0,0 0 0,0 1 0,1-1 0,-1 0 0,0 1 0,0-1 0,1 1 0,-1-1 0,0 1 0,0-1 0,1 1 0,-1-1 0,0 1 0,1 0 0,-1-1 0,1 1 0,-1 0 0,1-1 0,-1 1 0,1 0 0,0 0 0,-1 0 0,1-1 0,0 2 0,-7 27 0,5-18 0,1-7 0,-8 32 0,1 0 0,-5 65 0,-1 17 0,7-78 0,0 49 0,6 18-1365,2-73-5461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9:28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24575,'5'0'0,"15"0"0,10 0 0,13 0 0,14 0 0,2 0 0,-4 0 0,-2 0 0,-6 0 0,-5 0 0,-6 0 0,-8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19:31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88 24575,'11'-4'0,"1"-1"0,-1 1 0,23-3 0,9-4 0,124-34 0,-145 41 0,1 0 0,0 2 0,0 1 0,-1 0 0,38 5 0,-55-3 0,0 0 0,1 0 0,-1 1 0,0 0 0,0 0 0,0 0 0,0 1 0,0-1 0,-1 1 0,1 0 0,-1 1 0,0-1 0,0 1 0,0-1 0,0 1 0,-1 1 0,1-1 0,-1 0 0,0 1 0,0 0 0,-1-1 0,1 1 0,-1 0 0,0 0 0,-1 1 0,1-1 0,1 10 0,1 12 0,-1 1 0,-1 0 0,-2-1 0,-3 36 0,1-23 0,-1 343 0,3-348 0,0-28 0,-1 0 0,1 0 0,-1 0 0,-1 0 0,1 0 0,-1 0 0,0-1 0,-1 1 0,1-1 0,-1 1 0,-1-1 0,1 0 0,-1 0 0,-8 10 0,3-7 0,1-1 0,-1 0 0,-1 0 0,0-1 0,0-1 0,0 0 0,-21 10 0,-4-2 0,-1-2 0,1-1 0,-2-2 0,1-2 0,-1-1 0,0-1 0,-1-3 0,-65-3 0,-109-3 0,209 4 0,0 0 0,0-1 0,0 1 0,0-1 0,0 0 0,1 0 0,-1 0 0,0 0 0,1 0 0,-1 0 0,0-1 0,1 0 0,0 1 0,-1-1 0,1 0 0,0 0 0,0 0 0,0 0 0,0-1 0,1 1 0,-1 0 0,0-1 0,-1-4 0,2 5 0,1 0 0,-1 0 0,1 0 0,0 0 0,-1 0 0,1 0 0,0 0 0,0 0 0,1 0 0,-1 0 0,0 0 0,1 0 0,-1 0 0,1 1 0,-1-1 0,1 0 0,0 0 0,0 0 0,0 1 0,0-1 0,0 0 0,0 1 0,1-1 0,-1 1 0,0-1 0,1 1 0,-1 0 0,1 0 0,0 0 0,-1-1 0,1 1 0,0 1 0,0-1 0,-1 0 0,4 0 0,6-4 0,0 2 0,1 0 0,-1 0 0,1 1 0,0 0 0,16 0 0,76 5 0,-52-1 0,199 0 0,-241-1 0,-1 0 0,1 0 0,0 1 0,0 0 0,-1 0 0,0 1 0,18 8 0,1 3 0,29 20 0,-6-3 0,-35-21 2,-1 1-1,-1 1 0,26 24 1,-8-6-1373,-18-18-5455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0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24575,'0'862'-1365,"0"-834"-5461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2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24575,'22'1'0,"0"1"0,1 1 0,-1 1 0,41 13 0,-42-11 0,11 2 8,0-1 1,1-2-1,46 1 0,101-7-155,-71-2-1104,-82 3-5575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3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24575,'5'0'0,"11"0"0,7 0 0,5 0 0,3 0 0,4 0 0,3 0 0,-2 0 0,3 0 0,0 0 0,-3 0 0,-1 0 0,1 0 0,-4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4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24575,'5'0'0,"11"0"0,12 0 0,11 0 0,4 0 0,-1 0 0,-3 0 0,1 0 0,0 0 0,-4 0 0,3 0 0,-2 0 0,-1 0 0,-3 0 0,-6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6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24575,'0'794'-1365,"0"-763"-5461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29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24575,'1270'0'-1365,"-1243"0"-5461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30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3 24575,'-67'-1'0,"27"-1"0,-64 6 0,99-3 0,0 0 0,0 0 0,1 0 0,-1 0 0,1 1 0,-1 0 0,1 0 0,-1 0 0,1 0 0,0 1 0,0 0 0,0 0 0,1 0 0,-1 0 0,1 1 0,-1-1 0,1 1 0,0 0 0,1 0 0,-1 0 0,-2 5 0,-3 8 0,1 0 0,1 1 0,1 0 0,-4 23 0,-13 38 0,15-60 0,2 0 0,0 0 0,1 0 0,1 1 0,-2 26 0,7 104 0,0-61 0,-2 19-1365,0-82-5461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31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24575,'4'0'0,"8"0"0,6 0 0,3 0 0,5 0 0,3 0 0,-1 0 0,-2 0 0,3 0 0,-1 0 0,-1 0 0,2 0 0,0 0 0,-6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3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3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24575,'4'0'0,"4"0"0,5 0 0,11 0 0,4 0 0,2 0 0,7 0 0,0 0 0,1 0 0,-3 0 0,-2 0 0,-1 0 0,-2 0 0,-6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4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24575,'7'0'0,"6"0"0,5 0 0,5 0 0,8 0 0,4 0 0,1 0 0,-3 0 0,-3 0 0,1 0 0,-2 0 0,-2 0 0,-2 0 0,-5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24575,'0'608'-1365,"0"-586"-5461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6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24575,'11'0'0,"21"0"0,24 0 0,12 0 0,10 0 0,9 0 0,1 0 0,-4 0 0,-5 0 0,-13 0 0,-6 0 0,-11 0 0,-9 0 0,-4 0 0,-6 0 0,-3 0 0,-3 0 0,-6 0-8191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7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24575,'59'-1'0,"-31"-1"0,0 2 0,0 1 0,32 5 0,-57-6 0,0 1 0,0 0 0,0 0 0,0 0 0,-1 1 0,1-1 0,0 1 0,-1-1 0,1 1 0,-1 0 0,0 0 0,1 0 0,-1 0 0,0 0 0,0 0 0,-1 1 0,1-1 0,0 1 0,-1 0 0,1-1 0,-1 1 0,0 0 0,0 0 0,0-1 0,0 1 0,-1 0 0,1 5 0,1 9 0,-1 0 0,0-1 0,-4 34 0,0-14 0,3 11 0,1-25 0,-2 0 0,0 0 0,-5 26 0,4-42 0,1 1 0,-1-1 0,0 0 0,-1 0 0,0 0 0,1 0 0,-2 0 0,1 0 0,-1-1 0,0 0 0,0 0 0,0 0 0,-1 0 0,0-1 0,-5 5 0,-143 92 0,153-101 0,-1 1 0,1-1 0,-1 0 0,1 0 0,0 0 0,-1 1 0,1-1 0,0 0 0,-1 1 0,1-1 0,0 0 0,-1 1 0,1-1 0,0 0 0,0 1 0,-1-1 0,1 1 0,0-1 0,0 0 0,0 1 0,0-1 0,-1 1 0,1-1 0,0 1 0,0-1 0,0 0 0,0 1 0,0-1 0,0 1 0,12 4 0,25-4 0,-32-1 0,110-2-1365,-90 1-5461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8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0 24575,'-4'0'0,"-4"11"0,-5 3 0,-7 4 0,-4 5 0,-2 2 0,-3 2 0,0 2 0,0-4 0,3-1 0,-2-7 0,3-1 0,3-4 0,2-3 0,3-5-8191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0:59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24575,'4'4'0,"4"4"0,5 2 0,11 2 0,8 6 0,3 0 0,-5 1 0,-4-3 0,-3-1 0,2-2 0,-3-5-8191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0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24575,'0'7'0,"0"7"0,0 3 0,0 4 0,0 4 0,0 6 0,0 4 0,0 1 0,0-3 0,0 0 0,0-2 0,0-2 0,0-3 0,0 2 0,4-4 0,0-3 0,1-1 0,-1-4-8191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1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24575,'-3'1'0,"0"-1"0,-1 1 0,1 0 0,0 1 0,0-1 0,0 0 0,0 1 0,0 0 0,0-1 0,1 1 0,-1 0 0,1 1 0,-1-1 0,1 0 0,0 1 0,0-1 0,0 1 0,0 0 0,0 0 0,0 0 0,0 3 0,-8 11 0,2 1 0,-7 21 0,15-39 0,-4 10 0,1 1 0,0-1 0,1 0 0,0 1 0,-1 17 0,3-26 0,0 0 0,-1 0 0,1 0 0,1 1 0,-1-1 0,0 0 0,1 0 0,-1 0 0,1 1 0,-1-1 0,1 0 0,0 0 0,0 0 0,0 0 0,0 0 0,1 0 0,-1-1 0,0 1 0,1 0 0,-1-1 0,1 1 0,0-1 0,-1 1 0,1-1 0,0 0 0,0 1 0,0-1 0,0 0 0,0 0 0,0-1 0,0 1 0,0 0 0,3 0 0,6 1 0,-1-1 0,1 1 0,-1-2 0,1 0 0,0 0 0,-1-1 0,1 0 0,15-4 0,-22 4 0,-1 0 0,1-1 0,-1 1 0,1-1 0,-1 1 0,0-1 0,0 0 0,0-1 0,0 1 0,0 0 0,0-1 0,-1 0 0,1 1 0,-1-1 0,1 0 0,-1 0 0,0-1 0,-1 1 0,1 0 0,0-1 0,-1 1 0,0-1 0,0 1 0,0-1 0,0 0 0,0 1 0,-1-5 0,1 3 12,-1 0 0,0 0 0,0 0 0,0 0 0,-1 0 0,1 0 0,-1 0 0,-1 1 0,-1-8 0,2 10-86,0 0-1,-1-1 1,1 1 0,-1 0 0,1 0-1,-1 0 1,1 0 0,-1 0 0,0 0-1,0 1 1,0-1 0,0 0 0,-1 1-1,1 0 1,0-1 0,0 1 0,-1 0-1,1 0 1,-4 0 0,-16-4-6752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3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 24575,'-16'0'0,"1"0"0,-1 2 0,0 0 0,1 0 0,-23 8 0,34-9 0,0 0 0,0 1 0,0-1 0,0 1 0,0 0 0,0 1 0,1-1 0,-1 1 0,1-1 0,-1 1 0,1 0 0,0 0 0,0 0 0,1 1 0,-1-1 0,0 1 0,1 0 0,0 0 0,0-1 0,0 1 0,1 0 0,-1 1 0,1-1 0,-1 5 0,2-7 0,-1-1 0,1 1 0,0 0 0,0-1 0,0 1 0,0 0 0,0 0 0,1-1 0,-1 1 0,1 0 0,-1-1 0,1 1 0,-1-1 0,1 1 0,0-1 0,0 1 0,0-1 0,-1 1 0,1-1 0,1 0 0,0 2 0,1-1 0,-1 0 0,1 0 0,0 0 0,0-1 0,0 1 0,0-1 0,0 1 0,0-1 0,0 0 0,5 0 0,-1 1 0,1-1 0,-1-1 0,0 1 0,1-1 0,-1 0 0,1-1 0,-1 0 0,0 0 0,10-3 0,-10 1 0,0-1 0,-1 1 0,0-1 0,1 0 0,-1-1 0,-1 0 0,1 0 0,-1 0 0,6-7 0,-11 12 0,0 0 0,0-1 0,1 1 0,-1 0 0,0 0 0,0-1 0,0 1 0,0 0 0,0 0 0,1 0 0,-1-1 0,0 1 0,0 0 0,0 0 0,1 0 0,-1 0 0,0 0 0,0-1 0,0 1 0,1 0 0,-1 0 0,0 0 0,0 0 0,1 0 0,-1 0 0,0 0 0,0 0 0,1 0 0,-1 0 0,0 0 0,0 0 0,1 0 0,-1 0 0,0 0 0,0 0 0,1 0 0,-1 0 0,0 0 0,0 0 0,1 1 0,-1-1 0,0 0 0,0 0 0,0 0 0,1 0 0,-1 0 0,0 1 0,0-1 0,0 0 0,1 1 0,3 18 0,-3 33 0,-2-47 0,-1 108-1365,2-88-5461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4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24575,'7'0'0,"6"0"0,5 0 0,2 0 0,6 0 0,1 0 0,0 0 0,3 0 0,-1 0 0,-4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5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24575,'4'0'0,"4"0"0,9 0 0,4 0 0,3 0 0,4 0 0,1 0 0,-4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0 24575,'-1'5'0,"0"0"0,0 0 0,-1 0 0,0 0 0,0 0 0,0 0 0,0-1 0,-1 1 0,-3 4 0,-8 17 0,7-11 0,2 1 0,0 0 0,1 0 0,0 0 0,-1 19 0,4-30 0,1 1 0,-1 0 0,1-1 0,0 1 0,1-1 0,-1 1 0,1-1 0,0 1 0,1-1 0,-1 1 0,1-1 0,0 0 0,0 0 0,1 0 0,0 0 0,0 0 0,0-1 0,7 9 0,-5-9 0,0-1 0,1 1 0,0-1 0,0 0 0,0 0 0,0-1 0,0 0 0,1 0 0,9 1 0,61 6 0,-65-8 0,0 0 0,0-1 0,0-1 0,0 0 0,0-1 0,12-3 0,-20 4 0,0 0 0,-1-1 0,1 0 0,0 0 0,-1 0 0,0 0 0,1-1 0,-1 1 0,0-1 0,0 0 0,0 0 0,-1 0 0,1 0 0,-1 0 0,0-1 0,0 1 0,0-1 0,0 1 0,0-1 0,-1 0 0,2-6 0,0 2 0,-1-1 0,0 0 0,-1 1 0,0-1 0,0 0 0,-1 0 0,0 0 0,-2-12 0,1 16 0,0 0 0,0 1 0,-1-1 0,1 0 0,-1 1 0,0-1 0,0 1 0,-1 0 0,1 0 0,-1 0 0,0 0 0,0 0 0,0 1 0,-1-1 0,1 1 0,-8-6 0,-20-9-28,24 14-139,-1 0 0,1 0 0,0-1 0,0 0-1,0 0 1,1-1 0,-7-8 0,4 1-6659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09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24575,'-1'44'0,"-1"-18"0,2-1 0,3 30 0,-3-49 0,1 0 0,0-1 0,0 1 0,1 0 0,0-1 0,0 1 0,0-1 0,1 0 0,-1 0 0,1 1 0,0-2 0,1 1 0,-1 0 0,9 7 0,-6-6 0,1 1 0,-1-1 0,0 1 0,0 0 0,-1 1 0,0 0 0,-1-1 0,1 1 0,-1 1 0,-1-1 0,0 1 0,0-1 0,-1 1 0,0 0 0,0 0 0,-1 0 0,0 0 0,0 0 0,-1 0 0,-1 0 0,1 0 0,-4 15 0,3-21-91,1-1 0,-1 1 0,0-1 0,0 1 0,0-1 0,0 0 0,0 0 0,-1 1 0,1-1 0,-1 0 0,1 0 0,-1 0 0,0 0 0,-2 1 0,-10 7-6735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0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24575,'4'0'0,"4"0"0,8 0 0,6 0 0,2 0 0,0 0 0,4-4 0,1 0 0,-2-1 0,-1-2 0,2 0 0,0 0 0,-1 3 0,1 1 0,-3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24575,'0'4'0,"0"7"0,0 7 0,0 3 0,0 6 0,0 1 0,0 0 0,4-5 0,4-6 0,9-7 0,4-4 0,3-4 0,4-1 0,1-2 0,0 0 0,-3-1 0,3 1 0,-5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4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0 24575,'0'4'0,"0"4"0,0 5 0,0 8 0,0 3 0,-7 1 0,-3 1 0,-3 2 0,-3 0 0,2 0 0,2 1 0,-3 0 0,1-2 0,-1-5 0,2-3 0,3-4-8191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4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24575,'26'26'0,"12"11"0,-2 1 0,32 45 0,-55-67 22,0-1 0,2-1 0,0 0 0,0-1 0,26 17-1,-18-13-769,38 35 0,-51-41-6078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24575,'0'7'0,"0"10"0,0 9 0,0 7 0,0 5 0,0 0 0,0-2 0,0-5 0,0 0 0,0-2 0,0-1 0,0 0 0,0 0 0,0-1 0,0-2 0,0 2 0,0-4-8191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24 125 24575,'-1'1'0,"0"-1"0,0 1 0,0-1 0,0 1 0,0 0 0,1-1 0,-1 1 0,0 0 0,0 0 0,1 0 0,-1 0 0,0 0 0,1 0 0,-1 0 0,1 0 0,-1 0 0,1 0 0,0 0 0,-1 0 0,1 0 0,0 0 0,0 0 0,0 0 0,0 2 0,-5 32 0,5-32 0,-1 9 0,-1 5 0,1-1 0,0 1 0,2-1 0,3 30 0,-3-43 0,-1 0 0,1 1 0,0-1 0,1 1 0,-1-1 0,0 0 0,1 0 0,0 0 0,-1 0 0,1 0 0,1 0 0,-1 0 0,0-1 0,1 1 0,-1-1 0,1 1 0,0-1 0,-1 0 0,1 0 0,0 0 0,0-1 0,1 1 0,-1-1 0,0 1 0,1-1 0,-1 0 0,0-1 0,5 2 0,-4-1 0,0-1 0,0 1 0,0-1 0,-1 0 0,1 0 0,0 0 0,0 0 0,0-1 0,0 1 0,-1-1 0,1 0 0,0 0 0,-1-1 0,1 1 0,-1-1 0,1 0 0,5-3 0,-6 2 0,0 0 0,-1-1 0,1 1 0,-1 0 0,0-1 0,0 0 0,0 1 0,-1-1 0,1 0 0,-1 0 0,0 0 0,0 0 0,0 0 0,-1 0 0,1 0 0,-1-8 0,-1-154 124,-2 59-1613,3 86-5337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7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8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24575,'0'-7'0,"4"-3"0,4-3 0,8 1 0,6 2 0,-2 3-8191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1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24575,'4'0'0,"8"0"0,5 0 0,5 0 0,1 0 0,4 0 0,1 0 0,-4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21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1 24575,'-56'-1'0,"-64"3"0,118-2 0,0 0 0,-1 0 0,1 0 0,-1 1 0,1 0 0,0-1 0,-1 1 0,1 0 0,0 0 0,0 0 0,0 0 0,0 0 0,-1 1 0,2-1 0,-1 1 0,0-1 0,0 1 0,0 0 0,1 0 0,-1-1 0,-2 5 0,4-4 0,-1-1 0,1 1 0,0-1 0,0 1 0,0-1 0,-1 1 0,2-1 0,-1 1 0,0-1 0,0 1 0,0-1 0,1 1 0,-1-1 0,0 1 0,1-1 0,0 1 0,-1-1 0,1 0 0,0 1 0,-1-1 0,1 0 0,0 0 0,0 0 0,0 1 0,0-1 0,1 0 0,-1 0 0,0 0 0,0-1 0,0 1 0,1 0 0,-1 0 0,0-1 0,1 1 0,2 0 0,5 3 0,0-1 0,1-1 0,-1 1 0,1-2 0,0 1 0,-1-1 0,1-1 0,0 1 0,0-2 0,14-1 0,-11 0 0,-1 2 0,0-1 0,0 2 0,1 0 0,19 3 0,-30-3 4,0 0-1,0 0 1,-1 0-1,1 0 1,0 0-1,0 1 1,0-1-1,-1 0 1,1 1-1,-1-1 1,1 1-1,-1 0 0,0 0 1,1-1-1,-1 1 1,0 0-1,0 0 1,0 0-1,-1 0 1,1 0-1,0 0 1,-1 0-1,1 0 1,-1 5-1,2 5-183,-2 0 0,1 0 1,-3 15-1,2-14-553,-2 12-6093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24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 24575,'0'14'0,"-1"0"0,0 0 0,-1-1 0,-1 1 0,0 0 0,-1-1 0,-7 20 0,7-23 0,0 1 0,1 0 0,0 0 0,1 0 0,-1 20 0,3-28 0,0-1 0,0 0 0,0 1 0,0-1 0,0 1 0,0-1 0,1 0 0,-1 1 0,1-1 0,-1 0 0,1 1 0,0-1 0,0 0 0,0 0 0,0 0 0,1 0 0,-1 0 0,0 0 0,1 0 0,0 0 0,-1 0 0,1-1 0,0 1 0,0-1 0,0 1 0,0-1 0,0 0 0,0 0 0,0 0 0,0 0 0,1 0 0,3 1 0,4 0 0,1 0 0,-1-1 0,0-1 0,1 1 0,-1-2 0,0 1 0,1-1 0,19-5 0,-26 4 0,1 1 0,-1-1 0,0 0 0,0 0 0,0 0 0,0-1 0,0 1 0,0-1 0,-1 0 0,1 0 0,-1 0 0,0-1 0,0 1 0,0-1 0,-1 0 0,1 1 0,-1-1 0,0 0 0,0-1 0,0 1 0,0 0 0,1-7 0,1-6 0,-1 0 0,1-33 0,-4 43 0,0-1 0,0 0 0,0 1 0,-1-1 0,-1 1 0,1-1 0,-1 1 0,-5-13 0,5 17 7,1 1-1,-1-1 0,0 1 0,0-1 1,0 1-1,0 0 0,0 0 1,-1 0-1,1 0 0,-1 1 1,1-1-1,-1 1 0,0-1 0,1 1 1,-1 0-1,0 0 0,0 0 1,-3 0-1,-5-1-377,0 0-1,0 2 1,-17-1 0,5 2-6455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27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2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24575,'0'7'0,"-1"0"0,2 0 0,-1 0 0,1 0 0,0 0 0,0 0 0,1 0 0,0 0 0,0 0 0,1-1 0,0 1 0,0-1 0,1 0 0,-1 0 0,1 0 0,0 0 0,1-1 0,0 0 0,-1 1 0,2-2 0,-1 1 0,12 7 0,7 5 0,48 23 0,-52-31 0,-1 1 0,0 1 0,-1 1 0,31 26 0,-45-33 11,0-1 0,0 0 0,-1 1 0,0 0 0,0 0 0,0 0-1,0 0 1,-1 1 0,0-1 0,3 9 0,-5-12-50,1-1 0,-1 1 0,0 0 0,1 0 0,-1-1 0,0 1-1,0 0 1,0 0 0,0-1 0,-1 1 0,1 0 0,0 0 0,-1-1 0,1 1 0,-1 0 0,0-1 0,1 1 0,-1-1-1,0 1 1,0-1 0,0 1 0,0-1 0,0 1 0,0-1 0,-1 0 0,1 0 0,0 1 0,-1-1 0,1 0 0,-1 0 0,1-1-1,-1 1 1,1 0 0,-1 0 0,0-1 0,1 1 0,-4 0 0,-11 2-6787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3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24575,'7'0'0,"6"0"0,5 0 0,2 0 0,5 0 0,3 0 0,-1 0 0,3 0 0,-1 0 0,-1 0 0,-2 0 0,-5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32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24575,'0'240'0,"3"-222"0,3-26 0,5-30 0,-1-18 0,-7 36 0,0 0 0,2 0 0,0 0 0,1 0 0,9-18 0,-14 36 0,0 0 0,0 0 0,0 0 0,0 0 0,0 0 0,1 0 0,-1 0 0,1 1 0,-1-1 0,1 0 0,0 1 0,0-1 0,0 1 0,-1 0 0,1 0 0,0 0 0,1 0 0,-1 0 0,0 0 0,0 0 0,0 1 0,1-1 0,-1 1 0,0-1 0,0 1 0,1 0 0,2 0 0,-3 1 0,1-1 0,-1 1 0,1 0 0,-1 1 0,0-1 0,1 0 0,-1 1 0,0-1 0,0 1 0,0-1 0,0 1 0,0 0 0,0 0 0,-1 0 0,1 0 0,-1 0 0,1 1 0,-1-1 0,0 0 0,0 1 0,0-1 0,0 1 0,1 4 0,1 9 0,0 0 0,-1 1 0,-1-1 0,0 1 0,-1-1 0,-3 18 0,1-11 0,2 0 0,2 26 0,-1-43-227,0 0-1,1 0 1,0 1-1,0-1 1,5 8-1,2 3-6598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1:3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 24575,'-4'0'0,"-1"0"0,1 0 0,0 1 0,0-1 0,-1 1 0,1 0 0,0 0 0,0 0 0,0 1 0,0 0 0,0-1 0,0 1 0,1 1 0,-1-1 0,1 0 0,-1 1 0,-3 3 0,1 2 0,0 0 0,0 0 0,1 1 0,-1 0 0,2 0 0,-4 10 0,-4 5 0,5-10 0,0 1 0,0 1 0,2-1 0,-6 26 0,10-37 0,0 0 0,1-1 0,0 1 0,-1 0 0,1-1 0,1 1 0,-1 0 0,1 0 0,-1-1 0,1 1 0,0 0 0,0-1 0,1 1 0,-1-1 0,1 0 0,0 1 0,0-1 0,0 0 0,0 0 0,0 0 0,1 0 0,-1-1 0,1 1 0,0 0 0,5 3 0,33 18 0,-30-19 0,-1 0 0,0 1 0,14 12 0,-21-15 0,0 0 0,0 0 0,0 0 0,-1 0 0,1 1 0,-1-1 0,0 1 0,0 0 0,0 0 0,0-1 0,-1 1 0,1 0 0,0 9 0,1-1 20,-2 0 0,1 0 0,-2 1 0,0-1 0,-2 23 0,1-31-77,1-1 0,-1 0 0,0 1 0,0-1-1,0 0 1,0 0 0,0 0 0,-1 0 0,0 0 0,1 0 0,-1 0 0,0-1-1,-1 1 1,1 0 0,0-1 0,-1 0 0,1 0 0,-1 1 0,0-2 0,1 1 0,-1 0-1,0 0 1,0-1 0,0 0 0,-6 2 0,-11 1-6769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2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24575,'0'172'0,"6"442"0,54-5 0,1-296 0,10 57 0,-62-289 0,-5 142 0,-2-36 0,30 79 0,-10-115 0,17 145 0,16 142 0,3-30 0,-15-101 0,-31-243-98,22 166-1169,-33-206-5559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0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09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09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27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0 678 24575,'57'-22'0,"-27"13"0,511-134 0,1772-251-4365,-2035 360 4266,-192 24 117,324-23 365,-289 38 3568,-7 0-3839,-33-5-112,70 1 0,224-27 0,-343 20 0,-5 2 0,0 0 0,34 1 0,-59 3 0,0 0 0,0 0 0,0 1 0,0-1 0,0 1 0,0 0 0,0-1 0,0 1 0,0 0 0,0 0 0,0 0 0,-1 0 0,1 1 0,0-1 0,-1 0 0,1 1 0,-1-1 0,1 1 0,-1 0 0,0-1 0,0 1 0,0 0 0,0 0 0,0 0 0,1 3 0,2 5 0,-1 0 0,0 0 0,2 21 0,-3-21 0,67 529 0,-34-237 0,58 596 0,-50-450 0,-30-91 0,-11-246 0,28 202 0,62 123 0,-15-143 0,31 108-502,16 104-1509,260 1282-1953,-286-1292 3728,-27-95-711,-21-88 685,-23-136 1092,4 201 0,-31-363-741,1 0 320,-1 1 0,0-1 0,0 0 0,-2 1 0,0-1 0,0 0-1,-8 21 1,9-33-327,0 0 0,0 1 0,0-1 0,-1 0 0,1 0 0,-1 0-1,1 0 1,-1 0 0,0 0 0,0-1 0,0 1 0,0 0 0,0-1-1,0 0 1,0 1 0,-1-1 0,1 0 0,0 0 0,-1 0 0,1-1-1,-4 2 1,-4-1 117,1 0 0,-1-1 0,1 0-1,-15-2 1,13 2-301,-933-37 330,-7 36-263,443 3 51,252 5-16,-415 66 0,535-58 0,-252-4 0,284-11 0,90-1 0,0 0 0,0 0 0,0-2 0,0 0 0,0 0 0,1-2 0,0 1 0,-1-2 0,-23-12 0,0-6 0,-63-51 0,60 43 0,12 8 0,2-1 0,0-1 0,2-1 0,1-1 0,1 0 0,1-2 0,-29-57 0,0-20 0,-39-118 0,26 59 0,-207-639 0,198 597 0,25 81 0,22 57 0,9 29 0,-19-77 0,26 67 0,5 23 0,-14-48 0,-6 1 0,6 17 0,-45-99 0,52 135 0,1 1 0,0-2 0,2 1 0,1-1 0,0-1 0,2 1 0,1-1 0,-3-44 0,7 41-1365,1 4-5461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2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2 154 24575,'-2'153'0,"5"165"0,-3-301 0,2 0 0,0 1 0,1-1 0,1 0 0,11 31 0,-10-41 0,-1-8 0,0-18 0,-1-29 0,-20-440 0,14 467 0,1 6 0,0-1 0,1 1 0,0-1 0,2 0 0,0 1 0,5-28 0,-5 40 0,0 0 0,1 0 0,-1 1 0,1-1 0,0 0 0,0 0 0,0 1 0,1 0 0,-1-1 0,0 1 0,1 0 0,-1 0 0,1 0 0,0 0 0,0 1 0,0-1 0,0 1 0,0 0 0,0-1 0,0 1 0,0 1 0,0-1 0,5 0 0,10-2 0,-1 2 0,1 0 0,20 2 0,-20-1 0,1 0 0,-7 0 0,0 0 0,0 1 0,-1 0 0,19 4 0,-28-4 0,1-1 0,0 1 0,-1 0 0,0 0 0,1 0 0,-1 1 0,0-1 0,1 0 0,-1 1 0,0 0 0,0-1 0,0 1 0,0 0 0,-1 0 0,1 0 0,0 0 0,-1 1 0,0-1 0,1 0 0,-1 1 0,0-1 0,0 1 0,0-1 0,-1 1 0,2 3 0,1 28 0,-1 0 0,-2 1 0,-5 54 0,3-65 0,1-19 0,1 0 0,-1 0 0,0 0 0,0 0 0,0 0 0,-1 0 0,0 0 0,0-1 0,0 1 0,0-1 0,-1 1 0,0-1 0,1 0 0,-2 0 0,1 0 0,0 0 0,-1-1 0,0 1 0,0-1 0,0 0 0,0 0 0,0-1 0,-1 1 0,1-1 0,-1 0 0,1 0 0,-1 0 0,0-1 0,0 1 0,-7 0 0,3-1 0,-16 6 0,25-7 0,-1 0 0,1 0 0,0 0 0,0 1 0,0-1 0,0 0 0,0 0 0,0 0 0,0 0 0,0 0 0,-1 1 0,1-1 0,0 0 0,0 0 0,0 0 0,0 0 0,0 0 0,0 1 0,0-1 0,0 0 0,0 0 0,0 0 0,0 0 0,0 1 0,0-1 0,0 0 0,0 0 0,0 0 0,0 0 0,0 1 0,0-1 0,1 0 0,-1 0 0,0 0 0,0 0 0,0 0 0,0 1 0,0-1 0,0 0 0,0 0 0,0 0 0,1 0 0,14 10 0,23 6 0,41 10 0,-51-18 0,0 2 0,-1 0 0,0 2 0,29 18 0,-35-17-1365,-5-2-5461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1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17 169 24575,'0'31'0,"2"-16"0,-2 0 0,0 0 0,-1 0 0,-1 0 0,0 0 0,-1 0 0,-7 24 0,24-99 0,-7 22 0,4-12 0,-6 23 0,13-40 0,-12 46 0,-3 11 0,0 0 0,0 1 0,10-19 0,-12 26 0,-1 1 0,1 0 0,0-1 0,0 1 0,0-1 0,0 1 0,0 0 0,1 0 0,-1 0 0,0-1 0,0 1 0,1 0 0,-1 1 0,1-1 0,-1 0 0,1 0 0,-1 1 0,1-1 0,0 0 0,-1 1 0,1 0 0,-1-1 0,1 1 0,0 0 0,-1 0 0,1 0 0,0 0 0,0 0 0,-1 0 0,3 1 0,-2 0 0,1 1 0,-1 0 0,1-1 0,-1 1 0,1 0 0,-1 0 0,0 1 0,0-1 0,0 0 0,0 1 0,0-1 0,-1 1 0,1-1 0,-1 1 0,1 0 0,-1 0 0,0 0 0,1 4 0,14 56 0,4 30 120,-17-83-306,1 0 1,-1-1-1,2 1 0,-1-1 1,1 0-1,1 0 1,7 9-1,-3-6-6640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24575,'4'0'0,"8"0"0,5-4 0,5 0 0,4-1 0,-1-2 0,-2 0 0,-1 0 0,-4 3-8191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4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2 206 24575,'0'202'0,"-1"-276"0,3-89 0,-2 160 0,0 1 0,0 0 0,1-1 0,-1 1 0,1 0 0,0-1 0,-1 1 0,1 0 0,0 0 0,0 0 0,1-1 0,-1 1 0,0 0 0,1 1 0,-1-1 0,1 0 0,0 0 0,-1 1 0,1-1 0,0 1 0,0-1 0,0 1 0,0 0 0,0 0 0,1 0 0,-1 0 0,0 0 0,0 0 0,1 1 0,-1-1 0,0 1 0,1-1 0,-1 1 0,0 0 0,1 0 0,3 1 0,0-1 0,-1 0 0,1 1 0,0 0 0,-1 0 0,1 1 0,-1-1 0,0 1 0,1 1 0,-1-1 0,0 1 0,0-1 0,0 1 0,-1 1 0,7 5 0,-3 0 0,0 1 0,-1 0 0,7 13 0,-8-12 0,1 0 0,14 17 0,-18-25 0,0 0 0,0 0 0,0-1 0,0 1 0,0-1 0,0 0 0,1 0 0,-1 0 0,1 0 0,0-1 0,-1 0 0,1 1 0,4 0 0,-5-2 0,0 0 0,0 0 0,0 0 0,0-1 0,0 1 0,0-1 0,-1 1 0,1-1 0,0 0 0,0 0 0,-1 0 0,1 0 0,0-1 0,-1 1 0,0-1 0,1 0 0,-1 1 0,0-1 0,0 0 0,0 0 0,0-1 0,0 1 0,0 0 0,0-1 0,-1 1 0,2-4 0,6-9 0,-2-1 0,0 1 0,6-21 0,-9 26 0,8-28 0,-1 5 0,20-39 0,-31 71 0,0 1 0,0 0 0,0-1 0,0 1 0,0-1 0,0 1 0,0 0 0,0-1 0,0 1 0,1 0 0,-1-1 0,0 1 0,0-1 0,0 1 0,1 0 0,-1 0 0,0-1 0,1 1 0,-1 0 0,0-1 0,0 1 0,1 0 0,-1 0 0,1 0 0,-1-1 0,0 1 0,1 0 0,-1 0 0,0 0 0,1 0 0,-1 0 0,1 0 0,-1 0 0,0 0 0,1-1 0,-1 2 0,1-1 0,-1 0 0,0 0 0,1 0 0,-1 0 0,1 0 0,0 0 0,8 21 0,2 37 0,-11-55 0,7 50 0,27 98 0,-14-105 80,-15-37-369,-1 0 0,0 1 0,-1-1 0,4 14 0,-4-3-6537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6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0 314 24575,'6'-1'0,"-1"0"0,1 0 0,0-1 0,-1 0 0,1 0 0,-1 0 0,0 0 0,1-1 0,-1 0 0,-1 0 0,1-1 0,7-6 0,33-18 0,17 6 0,0 2 0,2 4 0,122-17 0,-53 21 0,-74 8 0,58-12 0,29-17 0,44-9 0,-147 36 0,0 1 0,67 1 0,-77 6 0,-1-2 0,1-1 0,-1-1 0,0-2 0,0-1 0,32-10 0,-44 9-1365,-3 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7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24575,'35'-3'0,"-1"-1"0,0-1 0,0-2 0,57-20 0,53-10 0,-59 24 0,122-1 0,88 15 0,-93 2 0,-187-3 20,-1-1-1,0-1 1,0 0 0,0-1-1,25-9 1,62-33-1431,-99 44 1339,17-8-6754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39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24575,'34'787'0,"59"-132"0,19 63 0,-49-273 0,-36-286 0,21 148 0,-43-249 0,-4 87 0,-2-84 0,7 77 0,32 438 0,-38 7 0,-3-267 0,3 1031 0,11-1208 131,1-20-1627,-12-97-5330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44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24575,'1983'0'0,"-1502"21"0,55 0 0,-503-22 0,-17-1 0,0 2 0,28 1 0,-40 0 0,-1-1 0,1 1 0,0 0 0,-1 0 0,1 0 0,-1 0 0,0 1 0,1-1 0,-1 1 0,0 0 0,0 0 0,0 0 0,0 0 0,0 1 0,0-1 0,-1 1 0,3 3 0,2 7 0,0 0 0,-1 1 0,0-1 0,-2 1 0,1 1 0,-2-1 0,0 1 0,2 20 0,0-3 0,23 153 0,-9 1 0,-5 226 0,-15 147 0,10-427 0,46 507-171,-14-135-1258,-10-182 1107,71 1060-211,-104-1138 2098,-1-81-675,3-147-890,2 1 0,5 28 0,1 0 0,93 699-328,41 265-189,-121-855 655,1 176-1,-24 151 314,-2-184-332,6-7-119,-8 338 0,-13-421 0,15-185 0,-1 0 0,0 0 0,-2-1 0,0 0 0,-2 0 0,0-1 0,-15 23 0,19-35 0,-2 0 0,1 0 0,-1-1 0,0 0 0,-1 0 0,0-1 0,0 0 0,0 0 0,0-1 0,-1 0 0,0-1 0,0 0 0,-1 0 0,1-1 0,-1 0 0,-14 2 0,-13 1 0,1-2 0,-1-2 0,-40-2 0,47-1 0,-167-6 0,-260-43 0,-105-28 0,-5 45 0,148 21 0,323 10 0,59 2 0,-45-5 0,60 0 0,1-1 0,-1-2 0,1 0 0,1-1 0,-29-17 0,41 22 0,-8-5 0,1 0 0,0-1 0,0-1 0,1 0 0,1-1 0,0 0 0,0-1 0,1-1 0,1 0 0,-14-23 0,11 12 0,1-1 0,1 0 0,2-1 0,0 0 0,-10-52 0,-31-280 0,30-7 0,16 239 0,-19-87 0,0-19 0,22 53 0,-9-144 0,-22 62 0,10 84 0,7-276-423,16 374-519,0 57-5884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45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426 1 24575,'-1'0'0,"-39"0"0,0 1 0,-46 8 0,73-7 0,-1 1 0,1 1 0,1 0 0,-1 1 0,1 0 0,0 1 0,0 0 0,0 1 0,1 1 0,-14 11 0,10-7 0,0 1 0,1 1 0,1 1 0,-13 17 0,23-27 0,0-1 0,0 1 0,0 0 0,1-1 0,0 1 0,0 0 0,0 1 0,0-1 0,1 0 0,0 0 0,0 1 0,0-1 0,1 1 0,0-1 0,0 0 0,0 1 0,1-1 0,0 1 0,2 9 0,-1-12 0,-1 0 0,1-1 0,0 1 0,0-1 0,0 1 0,0-1 0,0 0 0,0 1 0,1-1 0,-1 0 0,1-1 0,-1 1 0,1 0 0,0-1 0,0 1 0,0-1 0,0 0 0,0 0 0,0 0 0,0 0 0,0-1 0,5 1 0,9 1 0,1 0 0,31-2 0,-38 0 0,266-5-1365,-255 5-5461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47.8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44 283 24575,'0'170'0,"0"-202"0,1 9 0,-1-1 0,-1 0 0,-1 0 0,-1 1 0,-9-32 0,6 33 0,0 1 0,1-1 0,1 0 0,1 0 0,1 0 0,2-39 0,0 59 0,0-1 0,1 1 0,-1 0 0,1-1 0,0 1 0,0-1 0,0 1 0,0 0 0,0 0 0,0-1 0,0 1 0,1 0 0,-1 0 0,1 0 0,0 0 0,0 1 0,-1-1 0,1 0 0,0 1 0,0-1 0,1 1 0,-1 0 0,0 0 0,0 0 0,1 0 0,-1 0 0,0 0 0,1 0 0,-1 1 0,5-1 0,9-1 0,-1 1 0,0 1 0,0 0 0,18 3 0,-3 0 0,-25-3 0,-1 0 0,1 0 0,0 1 0,-1 0 0,0 0 0,1 0 0,-1 0 0,1 1 0,-1 0 0,0 0 0,0 0 0,4 3 0,-6-4 0,0 1 0,-1 0 0,1 0 0,0 0 0,-1 0 0,0 0 0,1 0 0,-1 0 0,0 0 0,0 0 0,0 1 0,0-1 0,-1 1 0,1-1 0,-1 0 0,1 1 0,-1-1 0,0 1 0,0-1 0,0 1 0,0-1 0,0 1 0,-1-1 0,0 3 0,-1 1 0,0-1 0,0 1 0,0-1 0,-1 0 0,0 1 0,0-1 0,0-1 0,0 1 0,-1 0 0,0-1 0,0 0 0,0 0 0,-1 0 0,-5 4 0,-1 0 0,0 0 0,-1-1 0,0 0 0,-24 10 0,-19-4-1365,30-10-5461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49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 24575,'-1'52'0,"3"59"0,-2-109 0,0 1 0,1-1 0,-1 1 0,1-1 0,-1 1 0,1-1 0,0 0 0,0 1 0,0-1 0,1 0 0,-1 0 0,0 0 0,1 0 0,-1 0 0,1 0 0,0 0 0,0 0 0,0-1 0,0 1 0,0-1 0,0 1 0,0-1 0,0 0 0,0 0 0,1 0 0,-1 0 0,0 0 0,1-1 0,-1 1 0,6 0 0,6 1 0,1-1 0,0-1 0,0 0 0,18-3 0,-2 0 0,-20 3 0,0-1 0,0 0 0,-1-1 0,1 0 0,12-5 0,-19 6 0,0-1 0,0 0 0,0 0 0,0 0 0,0-1 0,0 1 0,0-1 0,-1 0 0,0 0 0,1 0 0,-1-1 0,0 1 0,0-1 0,3-6 0,0-3-91,-1 1 0,-1 0 0,0-1 0,0 0 0,-2 0 0,1 0 0,-2 0 0,0-1 0,0 1 0,-1 0 0,-1-1 0,0 1 0,-1 0 0,-4-15 0,1 6-6735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4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0 276 24575,'4'-3'0,"0"1"0,0-1 0,0 1 0,0 0 0,0 0 0,0 0 0,1 1 0,-1 0 0,7-2 0,18-6 0,23-12 0,0 2 0,2 2 0,0 3 0,1 3 0,68-7 0,282-1 0,-369 18 0,692 1 0,-306 2 0,164 21 0,-313-8 0,-112-10 0,-23-1 0,163 25 0,-213-14 0,51 10 0,216 9 0,-335-35 0,-1-1 0,0 0 0,1-2 0,-2-1 0,1 0 0,0-1 0,24-12 0,0 1 0,85-26 0,3 5 0,1 6 0,178-19 0,413 13 0,629 44 0,-1165-17 0,-5 0 0,1148 12-1365,-1305-1-5461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5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24575,'6'-1'0,"0"1"0,0 0 0,0 0 0,1 0 0,-1 1 0,0 0 0,0 0 0,0 1 0,-1 0 0,1 0 0,0 0 0,-1 0 0,1 1 0,-1 0 0,1 0 0,-1 1 0,0-1 0,7 9 0,-2-3 0,0 0 0,0 0 0,15 9 0,-15-12 0,-1 1 0,-1 0 0,1 0 0,-1 1 0,12 14 0,-18-19 0,0 0 0,-1 0 0,1 0 0,-1 0 0,0 0 0,1 1 0,-1-1 0,-1 0 0,1 1 0,0-1 0,-1 0 0,0 1 0,0-1 0,0 1 0,0-1 0,0 1 0,-1-1 0,0 0 0,1 1 0,-1-1 0,-1 0 0,-2 7 0,-1-2 0,0 1 0,-1-1 0,0 0 0,-1 0 0,0-1 0,0 0 0,0 0 0,-1-1 0,0 1 0,-1-2 0,1 1 0,-12 4 0,-4 5 0,5-5-1365,0-2-5461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7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24575,'0'4'0,"0"4"0,0 9 0,0 4 0,0 3 0,0 4 0,0 1 0,0 0 0,0-3 0,0 3 0,0-1 0,0-1 0,0-5-8191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8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24575,'4'0'0,"4"0"0,8-4 0,6 0 0,2-1 0,0 2 0,4 0 0,-3 1-8191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24575,'0'7'0,"0"6"0,0 5 0,0 5 0,0 4 0,0 0 0,0-1 0,0 3 0,0 0 0,0-6-8191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29:59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24575,'7'0'0,"7"0"0,3 0 0,7 0 0,3 0 0,0 0 0,-1 0 0,-4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00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24575,'7'0'0,"7"0"0,3 0 0,7 0 0,3-4 0,0 0 0,-4-4 0,-3-1 0,3 2 0,0 2 0,-3 1-8191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02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24575,'0'4'0,"0"4"0,0 9 0,0 4 0,0 3 0,0 4 0,0 1 0,0 0 0,0-3 0,0 3 0,0-1 0,0-1 0,0 2 0,0-1 0,0-1 0,0-1 0,0-6-8191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32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134 275 24575,'2'-3'0,"-1"1"0,1-1 0,0 1 0,0 0 0,0 0 0,1 0 0,-1 0 0,1 0 0,-1 0 0,1 0 0,-1 1 0,1-1 0,4-1 0,8-6 0,-6 3 0,-1 0 0,1 1 0,0 0 0,0 0 0,0 1 0,1 1 0,-1-1 0,1 2 0,0-1 0,0 1 0,12-1 0,15 1 0,66 4 0,-35 1 0,-31-3 0,37 1 0,141-15 0,-152 7 0,-1 3 0,86 6 0,46-3 0,-164-3 0,0-1 0,0-1 0,-1-2 0,33-14 0,56-14 0,-83 28 0,21-5 0,1 3 0,65-4 0,-107 12 0,0 0 0,0-1 0,0-1 0,17-6 0,39-9 0,-65 18 0,0 1 0,1-1 0,-1 1 0,1 0 0,-1 1 0,1-1 0,-1 1 0,0 1 0,8 1 0,-12-2 0,0 0 0,0 0 0,0 0 0,0 0 0,0 1 0,0-1 0,0 1 0,-1-1 0,1 1 0,0 0 0,-1-1 0,1 1 0,-1 0 0,0 0 0,0 0 0,1 0 0,-1 0 0,0 0 0,-1 1 0,1-1 0,0 0 0,0 4 0,1 5 0,-1 1 0,0 0 0,-1 16 0,1 7 0,2-8 0,2-1 0,0 0 0,1 0 0,16 37 0,-11-31 0,9 42 0,2 5 0,-15-62 0,0-1 0,19 30 0,-20-36 0,1 0 0,-2 0 0,1 1 0,-1 0 0,-1 0 0,0 0 0,-1 0 0,4 19 0,-7-28 0,0 0 0,0-1 0,0 1 0,0 0 0,0-1 0,0 1 0,-1-1 0,1 1 0,-1 0 0,1-1 0,-1 1 0,1-1 0,-1 0 0,0 1 0,0-1 0,0 1 0,0-1 0,0 0 0,0 0 0,0 1 0,0-1 0,0 0 0,-1 0 0,1 0 0,0 0 0,-1-1 0,1 1 0,0 0 0,-1 0 0,-2 0 0,-5 1 0,1 0 0,-1 0 0,0-1 0,-15 1 0,3-1 0,-82 15 0,-47 4 0,22-10 0,-85 3 0,65-2 0,1 0 0,129-10 0,1 1 0,0 1 0,0 0 0,-22 8 0,-34 6 0,13-7 0,-199 25 0,248-34 0,-1 2 0,1-1 0,-1 2 0,-20 8 0,-25 7 0,3-9 0,-79 6 0,61-7 0,45-4 0,-37 1 0,30-6 0,-147-2 0,178 2 0,-1-1 0,1 0 0,0-1 0,0 1 0,0-1 0,0 1 0,0-1 0,0 0 0,0 0 0,1 0 0,-1 0 0,1-1 0,-1 1 0,1-1 0,0 1 0,0-1 0,0 0 0,0 0 0,1 0 0,-1 0 0,1 0 0,-2-5 0,-3-7 0,1-1 0,0 0 0,-3-19 0,4 3 0,-2-45 0,5 47 0,-10-60 0,5 64 0,-4-16 0,-4-54 0,13 84 0,0 1 0,1-1 0,0 0 0,1 1 0,0-1 0,1 1 0,1-1 0,0 1 0,7-19 0,-6 24-68,-1 0 0,1 1-1,1 0 1,-1 0 0,1 0 0,0 0-1,0 1 1,0-1 0,0 2 0,1-1-1,0 0 1,0 1 0,0 0 0,0 0-1,0 1 1,0 0 0,1 0-1,-1 0 1,13-1 0,5 0-6758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48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4 302 24575,'-2'80'0,"0"-34"0,2-1 0,8 57 0,-6-92 0,1 0 0,1 1 0,0-2 0,0 1 0,1 0 0,0-1 0,8 12 0,-6-11 0,-1 0 0,0 0 0,-1 1 0,0 0 0,4 15 0,-7-42 0,0 0 0,-1 0 0,-1 0 0,-1 0 0,0 1 0,-6-28 0,-18-17 0,13 34 0,2-1 0,-10-34 0,14 19 0,1 0 0,2 0 0,4-76 0,1 38 0,-2 75 0,0 0 0,0 0 0,1 0 0,-1 1 0,1-1 0,0 0 0,0 0 0,1 1 0,0-1 0,0 1 0,0-1 0,5-7 0,-5 9 0,1 0 0,0 0 0,0 1 0,0-1 0,1 1 0,-1-1 0,0 1 0,1 0 0,0 0 0,-1 1 0,1-1 0,0 1 0,0 0 0,0 0 0,8-1 0,-2 0 0,0 1 0,1 0 0,-1 0 0,0 1 0,1 0 0,-1 1 0,1 1 0,14 3 0,-21-4 0,-1 0 0,1 1 0,0-1 0,-1 1 0,0 0 0,1 0 0,-1 0 0,0 1 0,0-1 0,0 1 0,0-1 0,0 1 0,-1 0 0,1 0 0,-1 1 0,0-1 0,0 0 0,0 1 0,0-1 0,-1 1 0,1 0 0,-1-1 0,0 1 0,0 0 0,0 5 0,1 6 0,0-1 0,-1 1 0,-1 0 0,0 0 0,-1 0 0,-5 25 0,5-34 0,0-1 0,-1 1 0,0-1 0,0 0 0,0 1 0,-1-1 0,0 0 0,0-1 0,0 1 0,0 0 0,-1-1 0,0 0 0,0 0 0,0 0 0,0 0 0,-1 0 0,1-1 0,-1 0 0,0 0 0,-8 3 0,-82 42 0,95-48 0,0 0 0,-1 0 0,1 0 0,0 0 0,-1 0 0,1 1 0,0-1 0,0 0 0,-1 0 0,1 0 0,0 0 0,0 1 0,0-1 0,-1 0 0,1 0 0,0 0 0,0 1 0,0-1 0,0 0 0,-1 0 0,1 1 0,0-1 0,0 0 0,0 1 0,0-1 0,0 0 0,0 0 0,0 1 0,0-1 0,0 0 0,0 0 0,0 1 0,0-1 0,0 0 0,0 1 0,0-1 0,0 0 0,0 0 0,0 1 0,0-1 0,0 0 0,0 1 0,1-1 0,-1 0 0,0 0 0,0 1 0,0-1 0,0 0 0,1 0 0,-1 0 0,0 1 0,0-1 0,1 0 0,-1 0 0,0 0 0,0 0 0,1 0 0,-1 1 0,0-1 0,0 0 0,1 0 0,-1 0 0,0 0 0,1 0 0,-1 0 0,0 0 0,0 0 0,1 0 0,-1 0 0,28 8 0,-24-7 0,27 9 0,0 1 0,-1 2 0,49 27 0,-66-33 0,-1 1 0,0 0 0,0 0 0,0 1 0,-1 1 0,12 12 0,4 5-11,-20-21-182,-1 0-1,0 0 1,0 1-1,0-1 1,-1 1-1,8 14 1,-6-3-6633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42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0 24575,'-28'28'0,"2"0"0,1 2 0,-36 55 0,54-74 0,-1-1 0,0 0 0,-1 0 0,1-1 0,-14 10 0,-3 4 0,24-22 0,0 0 0,0 0 0,0 0 0,0 0 0,0 0 0,0 0 0,0 0 0,0 0 0,0 0 0,1 1 0,-1-1 0,0 0 0,1 0 0,-1 1 0,1-1 0,0 1 0,-1-1 0,1 0 0,0 1 0,0-1 0,0 2 0,0-2 0,1 0 0,-1 0 0,1 0 0,0 0 0,-1 0 0,1 0 0,0 0 0,0 0 0,-1 0 0,1 0 0,0 0 0,0-1 0,0 1 0,0 0 0,0-1 0,0 1 0,0-1 0,0 1 0,2 0 0,7 2 0,1-1 0,-1 1 0,1-2 0,13 2 0,-19-3 0,4 1 14,0 1-1,0 0 0,0 1 0,0 0 1,0 0-1,-1 1 0,0 0 1,16 10-1,-1 3-756,32 29 1,-43-36-6084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4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1 254 24575,'0'-3'0,"0"0"0,0 0 0,1 0 0,-1 0 0,1 0 0,-1 0 0,1 0 0,0 0 0,0 0 0,1 0 0,-1 0 0,1 1 0,-1-1 0,1 0 0,0 1 0,0 0 0,0-1 0,0 1 0,0 0 0,0 0 0,1 0 0,-1 0 0,1 0 0,0 1 0,-1-1 0,1 1 0,0 0 0,4-1 0,7-3 0,1 2 0,0 0 0,0 0 0,26 1 0,1-2 0,23-4 0,90-1 0,-137 8 0,0-2 0,0 0 0,0 0 0,0-2 0,26-10 0,38-10 0,81-3 0,-29-12 0,-26 19-1365,-87 18-5461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45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24575,'-1'99'0,"0"1"0,11 104 0,-4-174 0,1 1 0,1-2 0,18 43 0,9 31 0,-29-84 14,0 0-1,11 18 1,-3-5-1420,-6-11-5420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31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24575,'0'-3'0,"0"-1"0,0 1 0,0 0 0,1-1 0,-1 1 0,1 0 0,0-1 0,0 1 0,0 0 0,0 0 0,1 0 0,-1 0 0,1 0 0,0 0 0,-1 0 0,1 0 0,3-2 0,-1 2 0,0 0 0,0 1 0,0-1 0,0 1 0,0 0 0,0 0 0,1 0 0,-1 1 0,1-1 0,-1 1 0,10-1 0,31-2 0,0 2 0,89 7 0,-131-5 0,1 0 0,-1 1 0,1-1 0,-1 1 0,0-1 0,1 1 0,-1 0 0,0 0 0,1 1 0,-1-1 0,0 1 0,0-1 0,0 1 0,0 0 0,0 0 0,-1 1 0,1-1 0,-1 0 0,4 5 0,-3-2 0,-1 0 0,0 0 0,0 1 0,0-1 0,-1 0 0,0 1 0,0 0 0,0-1 0,0 1 0,-1 0 0,-1 6 0,2 6 0,-1 6 0,-4 43 0,3-60 0,0 0 0,-1 0 0,0-1 0,0 1 0,0-1 0,-1 1 0,0-1 0,0 0 0,-1 0 0,0 0 0,-4 5 0,-3 1 0,-1 0 0,-1 0 0,0-1 0,0-1 0,-1 0 0,0 0 0,-1-2 0,-23 11 0,29-14 0,0 1 0,0 0 0,0 1 0,0 0 0,1 0 0,0 1 0,-12 15 0,-8 7 0,-5 7 0,31-34 0,0-1 0,0 1 0,0 0 0,0 0 0,1 0 0,-1 0 0,1 0 0,0 1 0,0-1 0,0 0 0,-1 7 0,2-9 0,0 0 0,1 0 0,-1 0 0,0 0 0,1 0 0,-1-1 0,1 1 0,-1 0 0,1 0 0,-1 0 0,1 0 0,0-1 0,-1 1 0,1 0 0,0-1 0,0 1 0,0-1 0,-1 1 0,1-1 0,0 1 0,0-1 0,0 1 0,0-1 0,0 0 0,0 1 0,0-1 0,0 0 0,0 0 0,1 0 0,34 3 0,-30-4 0,15 2 0,4 0 0,1-1 0,0-1 0,0-1 0,-1-1 0,1-2 0,24-7 0,-31 6-341,-1 0 0,1 1-1,31-3 1,-28 6-6485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32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24575,'4'0'0,"0"-4"0,5-1 0,-1-3 0,7-1 0,3 2 0,3 2 0,1 1 0,-3 2-8191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35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47 303 24575,'0'37'0,"-1"-3"0,5 41 0,-2-64 0,0 1 0,0 0 0,1-1 0,1 0 0,0 0 0,1 0 0,6 13 0,-6-14 0,0 0 0,-1 1 0,-1 0 0,0 0 0,0 0 0,1 19 0,-2-16 0,0 1 0,9 24 0,-11-39 0,0 0 0,0 0 0,0 0 0,0 0 0,0 0 0,0 0 0,0-1 0,0 1 0,0 0 0,0 0 0,0 0 0,0 0 0,0 0 0,0 0 0,0 0 0,0 0 0,0 0 0,0 0 0,0 0 0,0 0 0,1-1 0,-1 1 0,0 0 0,0 0 0,0 0 0,0 0 0,0 0 0,0 0 0,0 0 0,0 0 0,0 0 0,0 0 0,0 0 0,0 0 0,1 0 0,-1 0 0,0 0 0,0 0 0,0 0 0,0 0 0,0 0 0,0 0 0,0 0 0,0 0 0,0 0 0,0 0 0,1 0 0,-1 0 0,0 0 0,0 0 0,0 0 0,0 0 0,0 1 0,3-17 0,-1-20 0,-2 18 0,0 0 0,-2 0 0,-3-22 0,3 33 0,0 0 0,-1 0 0,1 0 0,-1 0 0,0 1 0,-1-1 0,0 1 0,0 0 0,0 0 0,-10-10 0,3 2 0,0 0 0,0-1 0,2 0 0,-10-20 0,15 26 0,1 0 0,0 1 0,0-1 0,1 0 0,0 0 0,1-1 0,0-11 0,2-72 0,1 45 0,-2 40 0,1 0 0,-1 0 0,1 0 0,1 0 0,-1 0 0,1 0 0,1 0 0,-1 1 0,1-1 0,1 1 0,-1 0 0,8-10 0,-8 12 0,1 1 0,1-1 0,-1 1 0,1 0 0,-1 1 0,1-1 0,0 1 0,1 0 0,-1 0 0,1 0 0,-1 1 0,1 0 0,0 0 0,-1 0 0,1 1 0,0 0 0,7-1 0,29-1 0,1 3 0,67 6 0,-106-6 0,-1 1 0,1-1 0,0 1 0,-1 0 0,1 0 0,-1 0 0,1 1 0,-1-1 0,0 1 0,0 0 0,1 0 0,-1 0 0,0 0 0,-1 0 0,1 1 0,0 0 0,-1-1 0,5 7 0,-1 1 0,0 1 0,0 0 0,-1 0 0,4 17 0,10 19 0,-14-35 0,0 0 0,-1 0 0,-1 0 0,0 0 0,-1 1 0,2 22 0,-5 81 0,-1-57 0,2-50 0,0 0 0,-1 1 0,0-1 0,-1 0 0,0-1 0,0 1 0,-7 14 0,7-19 0,0 1 0,0-1 0,-1 0 0,0-1 0,1 1 0,-1 0 0,-1-1 0,1 1 0,0-1 0,-1 0 0,0 0 0,0-1 0,0 1 0,0-1 0,0 0 0,-7 3 0,-21 7-119,10-3-89,0-1 0,0-1 1,0-1-1,-1-2 1,-39 5-1,39-9-6618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54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0 764 24575,'883'0'0,"-878"0"0,0 0 0,1 0 0,-1 0 0,0-1 0,0 0 0,0 0 0,0 0 0,0 0 0,0-1 0,-1 0 0,7-3 0,-8 3 0,-1 0 0,0 0 0,0-1 0,1 1 0,-1-1 0,-1 1 0,1-1 0,0 0 0,-1 0 0,1 0 0,-1 0 0,0 0 0,0 0 0,0 0 0,0 0 0,-1 0 0,1 0 0,-1-1 0,0-3 0,-1-179 0,-2 71 0,1 18 0,5-105 0,-3 200 0,0-1 0,0 1 0,1 0 0,-1 0 0,1 0 0,0 0 0,0-1 0,0 1 0,0 0 0,0 0 0,0 0 0,0 1 0,0-1 0,1 0 0,-1 0 0,1 1 0,0-1 0,-1 1 0,1-1 0,0 1 0,0 0 0,0-1 0,0 1 0,0 0 0,0 0 0,0 1 0,0-1 0,0 0 0,1 1 0,2-1 0,8-1 0,0 1 0,-1 1 0,1 0 0,18 2 0,-7 0 0,374 2 0,-252-5 0,-131 0 0,0-1 0,0 0 0,0-1 0,28-10 0,-25 7 0,0 1 0,33-5 0,-24 8-1365,-3 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56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24575,'29'0'0,"-16"-1"0,0 0 0,0 1 0,0 1 0,0 1 0,0-1 0,0 2 0,20 6 0,-31-8 0,1 0 0,-1 1 0,1-1 0,-1 1 0,0-1 0,0 1 0,0 0 0,0 0 0,0 0 0,0 0 0,0 0 0,0 0 0,-1 0 0,1 1 0,-1-1 0,0 1 0,2 3 0,-2-1 0,1 1 0,-1-1 0,0 0 0,-1 1 0,1-1 0,-1 1 0,0 0 0,-1 7 0,-1-3 0,0 1 0,0-1 0,-1 0 0,0 0 0,0-1 0,-1 1 0,-1-1 0,0 0 0,-6 9 0,4-10-151,0 0-1,0 0 0,-1 0 0,0-1 1,-1-1-1,0 1 0,0-1 1,-10 4-1,-1-1-6674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1:59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1978 1 24575,'-80'-1'0,"-97"3"0,140 0 0,1 3 0,-67 15 0,102-20 0,-370 96 0,281-77 0,-87 24 0,134-32 0,0-2 0,0-1 0,-50 1 0,39-4 0,48-4 0,-28 1 0,1 3 0,-1 0 0,1 2 0,-43 15 0,55-15 0,0-1 0,-1-2 0,1 0 0,-1-1 0,0-1 0,-33-2 0,-5 2 0,18 5 0,-15 3 0,54-10 0,1 0 0,0 0 0,0 0 0,0 0 0,0 0 0,0-1 0,-1 1 0,1-1 0,0 1 0,0-1 0,0 0 0,0 0 0,0 0 0,1 0 0,-1 0 0,0 0 0,0-1 0,1 1 0,-1 0 0,-2-4 0,3 4 0,0 0 0,1-1 0,-1 1 0,1 0 0,0-1 0,-1 1 0,1 0 0,0-1 0,0 1 0,-1 0 0,1-1 0,0 1 0,0-1 0,1 1 0,-1 0 0,0-1 0,0 1 0,1 0 0,-1-1 0,1 1 0,-1 0 0,1 0 0,-1-1 0,1 1 0,0 0 0,1-2 0,29-32 0,-19 22 0,18-17 0,-22 23 0,-1-1 0,0 0 0,0 0 0,8-13 0,-56 81 0,34-48 0,-1-1 0,0 0 0,-16 16 0,16-19 0,1-1 0,1 1 0,-1 0 0,1 1 0,1-1 0,-1 1 0,-6 18 0,11-26 0,1 1 0,0-1 0,-1 0 0,1 1 0,0-1 0,0 1 0,0-1 0,0 0 0,0 1 0,0-1 0,1 1 0,-1-1 0,0 0 0,1 1 0,-1-1 0,1 0 0,-1 0 0,1 1 0,0-1 0,0 0 0,-1 0 0,1 0 0,0 0 0,0 0 0,0 0 0,0 0 0,0 0 0,0 0 0,0 0 0,1 0 0,-1-1 0,0 1 0,0 0 0,1-1 0,-1 1 0,3 0 0,6 2 0,1 0 0,0 0 0,20 1 0,-13-1 0,11 1-682,38 1-1,-43-4-6143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01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54 24575,'-4'0'0,"-8"0"0,-6 0 0,-3 0 0,-5 0 0,-3 0 0,5-4 0,2 0 0,1-4 0,-2-1 0,2-2 0,1 1 0,4 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0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2 293 24575,'-2'119'0,"5"130"0,9-172 0,-5-44 0,-7-30 0,1 0 0,0 0 0,0 0 0,0 0 0,0-1 0,1 1 0,-1 0 0,1-1 0,-1 0 0,1 1 0,0-1 0,0 0 0,0 0 0,0 1 0,1-2 0,-1 1 0,1 0 0,-1 0 0,1-1 0,-1 0 0,1 1 0,0-1 0,0 0 0,-1 0 0,1 0 0,0-1 0,6 1 0,8 1 0,0 0 0,0-2 0,32-3 0,-15 1 0,547-1 0,-438 3 0,-140 0 0,1 0 0,-1 0 0,1 0 0,-1 0 0,0-1 0,1 0 0,-1 1 0,0-1 0,1-1 0,-1 1 0,0 0 0,0-1 0,0 1 0,0-1 0,0 0 0,0 0 0,2-3 0,-2 2 0,-1-1 0,1 1 0,-1-1 0,-1 1 0,1-1 0,0 0 0,-1 0 0,0 0 0,0 0 0,0 0 0,0 0 0,0 0 0,-1 0 0,0-5 0,-2-210 0,-1 72 0,1 119 0,-1 0 0,-1 0 0,-9-30 0,7 32 0,1 1 0,1-1 0,-1-43 0,5 66 0,0 1 0,0 0 0,1-1 0,-1 1 0,1 0 0,-1 0 0,1 0 0,0 0 0,0-1 0,0 1 0,0 0 0,0 0 0,1 1 0,-1-1 0,1 0 0,-1 0 0,1 1 0,0-1 0,-1 1 0,1-1 0,0 1 0,0 0 0,0 0 0,0 0 0,0 0 0,0 0 0,0 0 0,0 0 0,1 1 0,-1-1 0,0 1 0,0-1 0,3 1 0,11-1 0,-1 0 0,1 1 0,30 3 0,-15 0 0,337 0 0,-219-4 0,-141 0 7,1 0 0,0 0 0,0-1 0,0-1 0,-1 1 0,16-8 0,10-3-1421,-15 8-5412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0 24575,'-18'11'0,"0"0"0,1 2 0,-26 24 0,14-12 0,25-22 0,0 1 0,0 0 0,0 0 0,1 0 0,-1 0 0,1 1 0,0-1 0,-4 9 0,7-12 0,-1 0 0,1 1 0,0-1 0,-1 0 0,1 0 0,0 1 0,0-1 0,0 0 0,0 1 0,0-1 0,0 0 0,0 0 0,0 1 0,0-1 0,1 0 0,-1 1 0,0-1 0,1 0 0,-1 0 0,1 0 0,-1 1 0,1-1 0,0 0 0,0 0 0,-1 0 0,1 0 0,0 0 0,0 0 0,0 0 0,0-1 0,0 1 0,0 0 0,0 0 0,0-1 0,1 1 0,-1-1 0,0 1 0,0-1 0,0 1 0,2-1 0,14 5-7,0-1 0,0-1 0,29 3-1,-11-3-1328,-12 0-5490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5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0 384 24575,'97'1'0,"106"-3"0,-181 1 0,0-2 0,0-1 0,-1-1 0,0 0 0,0-2 0,0 0 0,20-11 0,-8 4 0,1 2 0,64-14 0,32-12 0,-96 27 0,0 2 0,57-9 0,-54 12 0,-1-1 0,37-13 0,-57 15 0,2 1 0,-1 0 0,0 2 0,28-2 0,8-1 0,-32 2 0,35-12 0,-38 9 0,0 1 0,34-4 0,-30 8 0,-18 2 0,1-1 0,0 0 0,-1 0 0,1 0 0,0-1 0,-1 1 0,1-1 0,0 0 0,-1-1 0,1 1 0,6-4 0,-13 4 0,0-1 0,0 1 0,0 0 0,0 0 0,0 0 0,0 0 0,0 1 0,0-1 0,-1 1 0,1-1 0,0 1 0,-3-1 0,3 1 0,-17-5 0,0 0 0,0-1 0,0-2 0,1 0 0,0 0 0,0-2 0,-24-17 0,42 27 0,0 0 0,0 0 0,0 0 0,-1 0 0,1 0 0,0 0 0,0 0 0,0 0 0,0 0 0,0 0 0,0 0 0,-1-1 0,1 1 0,0 0 0,0 0 0,0 0 0,0 0 0,0 0 0,0 0 0,0 0 0,0-1 0,0 1 0,-1 0 0,1 0 0,0 0 0,0 0 0,0 0 0,0-1 0,0 1 0,0 0 0,0 0 0,0 0 0,0 0 0,0-1 0,0 1 0,0 0 0,0 0 0,0 0 0,0 0 0,0 0 0,0-1 0,1 1 0,-1 0 0,0 0 0,0 0 0,0 0 0,0 0 0,0 0 0,0-1 0,11-2 0,14 2 0,-25 1 0,17 0 0,-1 0 0,0 2 0,-1 0 0,1 0 0,0 2 0,-1 0 0,24 9 0,-36-12 0,1 0 0,-1 0 0,0 1 0,1-1 0,-1 1 0,0 0 0,0 0 0,0 0 0,0 0 0,0 0 0,-1 1 0,1-1 0,-1 1 0,1 0 0,-1-1 0,0 1 0,0 0 0,0 0 0,-1 1 0,1-1 0,-1 0 0,1 1 0,-1-1 0,0 1 0,-1-1 0,1 1 0,0-1 0,-1 1 0,0-1 0,0 1 0,-1 7 0,1-3 8,-1-1 0,-1 1 0,1 0 0,-1-1 0,-1 1-1,1-1 1,-1 1 0,-1-1 0,1 0 0,-10 12 0,-2 2-364,-37 36 0,36-39-384,2-4-6086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6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24575,'0'11'0,"0"14"0,0 7 0,0 8 0,0 1 0,7-2 0,3-1 0,-1-4 0,-1-3 0,-3-4 0,-2-6-8191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7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0 192 24575,'4'0'0,"4"0"0,5-4 0,7-8 0,4-6 0,1-3 0,4-5 0,1 1 0,-6 2 0,-2 4 0,-6 2 0,-1 5 0,4 3 0,-2 4-8191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18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24575,'7'0'0,"6"0"0,5 0 0,6 0 0,3 0 0,0 0 0,-1 0 0,2 0 0,1 0 0,-2 0 0,-1 0 0,1 0 0,-3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2:22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46 197 24575,'-1'75'0,"-1"-30"0,2 0 0,2 1 0,2-1 0,12 54 0,-13-171 0,-3 59 0,1-12 0,-2 0 0,0-1 0,-1 1 0,-2 0 0,-1 1 0,-11-37 0,16 59 0,-31-90 0,29 81 0,0 0 0,0 0 0,1 0 0,0-1 0,1 1 0,1-17 0,0 24 0,-1 1 0,1 0 0,0 0 0,0 0 0,0 1 0,0-1 0,1 0 0,-1 0 0,1 0 0,0 1 0,0-1 0,-1 1 0,2 0 0,-1-1 0,0 1 0,0 0 0,1 0 0,-1 0 0,1 1 0,0-1 0,-1 1 0,1-1 0,0 1 0,0 0 0,0 0 0,0 0 0,0 0 0,5 0 0,9-1 0,0 0 0,0 1 0,0 1 0,19 3 0,-10-2 0,-9 1 0,-1 0 0,1 1 0,-1 1 0,0 0 0,0 2 0,0-1 0,-1 2 0,0 0 0,26 16 0,-35-17 0,1-1 0,-1 1 0,-1 1 0,1-1 0,-1 1 0,0 0 0,0 0 0,-1 0 0,0 1 0,0 0 0,-1 0 0,0 0 0,0 0 0,-1 0 0,0 0 0,0 1 0,-1-1 0,0 1 0,-1-1 0,1 1 0,-3 10 0,1-3 0,0-1 0,-1 0 0,-1 1 0,-1-1 0,0 0 0,-1-1 0,-1 1 0,0-1 0,-1 0 0,0-1 0,-10 14 0,7-17 0,0 0 0,0-1 0,-1 0 0,0-1 0,-1 0 0,0-1 0,-19 9 0,-7 5 0,1-2-1365,21-13-5461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0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23 24575,'12'-1'0,"1"0"0,-1-1 0,13-3 0,29-5 0,7 7 0,72 4 0,-129-1 0,0 1 0,0 0 0,0-1 0,0 2 0,0-1 0,0 0 0,0 1 0,0-1 0,0 1 0,-1 0 0,1 1 0,-1-1 0,1 1 0,-1-1 0,0 1 0,0 0 0,0 0 0,0 0 0,-1 1 0,1-1 0,-1 0 0,0 1 0,0 0 0,0 0 0,-1-1 0,1 1 0,-1 0 0,0 0 0,1 6 0,2 12 0,-2-1 0,0 1 0,-1-1 0,-4 33 0,2-29 0,0 37 0,-7 83 0,6-128 0,-1 0 0,-1-1 0,-1 1 0,0-1 0,-1 0 0,-13 23 0,16-33 0,-1-1 0,0 1 0,-1-1 0,1 0 0,-1-1 0,0 1 0,0-1 0,-1 0 0,1 0 0,-1 0 0,0-1 0,0 0 0,0 0 0,0-1 0,-9 3 0,-12 3 0,-1-2 0,-39 3 0,35-4 0,8-2 0,7 1 0,0-1 0,0-1 0,0-1 0,0 0 0,-1-2 0,1 0 0,-21-3 0,37 3 0,-1 1 0,0-1 0,1 1 0,-1-1 0,0 0 0,1 0 0,-1 0 0,1 0 0,-1 0 0,1 0 0,0 0 0,-1 0 0,1-1 0,0 1 0,0 0 0,0-1 0,0 1 0,0-1 0,0 1 0,0-1 0,1 0 0,-1 1 0,0-1 0,1 0 0,-1 1 0,1-1 0,0 0 0,0 0 0,0 1 0,-1-1 0,2 0 0,-1-2 0,0 1 0,1 0 0,0 1 0,-1-1 0,1 1 0,0-1 0,0 1 0,0-1 0,1 1 0,-1-1 0,1 1 0,-1 0 0,1 0 0,0 0 0,0 0 0,0 0 0,0 0 0,0 0 0,0 1 0,0-1 0,4-1 0,5-1 0,-1 1 0,1 0 0,0 1 0,-1 0 0,1 1 0,22 0 0,21-3 0,-4-3 0,57-1 0,-85 8 0,0 1 0,1 0 0,-1 2 0,-1 0 0,24 8 0,-37-8 19,-1 0 0,0 1 0,0-1 1,0 2-1,-1-1 0,7 6 0,28 16-1518,-24-18-5327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09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24575,'0'4'0,"0"4"0,0 5 0,0 3 0,0 7 0,0 3 0,0 0 0,0 4 0,0-1 0,0-1 0,0-1 0,0 1 0,0-1 0,0 0 0,0 2 0,0-1 0,0-5-8191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10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24575,'4'0'0,"4"0"0,5 0 0,7 0 0,4 0 0,1 0 0,1 0 0,2 0 0,1 0 0,-2 0 0,3 0 0,-2 0 0,0 0 0,-3 0 0,-4 0-8191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11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24575,'919'0'-1365,"-895"0"-5461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15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1843 0 24575,'0'23'0,"0"1"0,-2-1 0,-1 1 0,0-1 0,-9 26 0,9-38 0,-2-1 0,1 1 0,-1-1 0,-1 0 0,1-1 0,-2 0 0,1 0 0,-1 0 0,-1 0 0,0-1 0,0-1 0,-18 14 0,-10 2 0,-1-1 0,-77 31 0,23-12 0,-115 53 0,97-47 0,-165 100 0,219-113 0,-1-2 0,-2-3 0,-71 26 0,77-38 0,32-12 0,1 2 0,0 0 0,1 0 0,-26 16 0,32-16 0,-1-1 0,1-1 0,-1 0 0,0 0 0,-24 4 0,21-5 0,0 0 0,1 1 0,-18 9 0,-72 53 0,98-64 0,2 0 0,-1 0 0,0 0 0,0-1 0,0 0 0,0 0 0,-7 1 0,12-3 0,-1 0 0,1 0 0,-1 0 0,0 0 0,1 0 0,-1-1 0,1 1 0,-1-1 0,1 1 0,-1-1 0,1 1 0,-1-1 0,1 0 0,0 1 0,-1-1 0,1 0 0,0 0 0,0 0 0,-1 0 0,1 0 0,0 0 0,0-1 0,0 1 0,0 0 0,1-1 0,-1 1 0,0 0 0,0-1 0,0-2 0,-1 0 0,0-1 0,1 0 0,0 0 0,0 0 0,0 0 0,0 0 0,1 0 0,0 0 0,0-1 0,0 1 0,1 0 0,-1 0 0,1 0 0,2-6 0,0 3 0,0 0 0,0 0 0,1 0 0,0 1 0,1 0 0,-1-1 0,10-10 0,-13 18 0,-1 0 0,0-1 0,0 1 0,0 0 0,1-1 0,-1 1 0,0 0 0,0-1 0,1 1 0,-1 0 0,0 0 0,1-1 0,-1 1 0,0 0 0,1 0 0,-1 0 0,0-1 0,1 1 0,-1 0 0,0 0 0,1 0 0,-1 0 0,1 0 0,-1 0 0,0 0 0,1 0 0,-1 0 0,1 0 0,-1 0 0,0 0 0,1 0 0,-1 0 0,1 0 0,5 14 0,-3 24 0,-3-35 0,0 10 0,0 1 0,0 0 0,-2 0 0,0-1 0,0 1 0,-2-1 0,1 1 0,-2-1 0,0 0 0,-9 17 0,13-29 0,1-1 0,-1 1 0,1 0 0,-1 0 0,1-1 0,-1 1 0,1 0 0,-1 0 0,1 0 0,0 0 0,-1-1 0,1 1 0,0 0 0,0 0 0,0 0 0,-1 0 0,1 0 0,0 0 0,0 0 0,1 0 0,-1 0 0,0 0 0,0-1 0,0 1 0,0 0 0,1 0 0,-1 0 0,1 0 0,-1 0 0,0-1 0,1 1 0,-1 0 0,1 0 0,0-1 0,-1 1 0,1 0 0,0-1 0,-1 1 0,1 0 0,0-1 0,0 1 0,-1-1 0,1 1 0,0-1 0,0 0 0,0 1 0,0-1 0,-1 0 0,1 0 0,0 1 0,1-1 0,7 1 0,0 0 0,1-1 0,-1 1 0,13-3 0,-7 1 0,43 0-1365,-32 0-5461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35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24575,'-3'3'0,"-1"0"0,1 0 0,0 0 0,0 0 0,0 0 0,1 1 0,-1-1 0,1 1 0,-3 5 0,0-1 0,-45 82 0,46-85 0,1 0 0,-1-1 0,0 1 0,0-1 0,0 1 0,-1-1 0,0 0 0,1-1 0,-7 4 0,-21 19 0,31-26 0,1 1 0,0-1 0,-1 0 0,1 0 0,0 1 0,-1-1 0,1 0 0,0 1 0,0-1 0,-1 0 0,1 1 0,0-1 0,0 1 0,0-1 0,0 0 0,-1 1 0,1-1 0,0 1 0,0-1 0,0 0 0,0 1 0,0-1 0,0 1 0,0-1 0,0 1 0,0-1 0,0 0 0,0 1 0,0-1 0,1 1 0,-1-1 0,0 0 0,0 1 0,0-1 0,1 1 0,16 7 0,24-4 0,-40-4 0,29-1 0,-1-1 0,34-7 0,41-3 0,-49 12-1365,-30 0-5461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3:50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24575,'-2'1'0,"0"1"0,1-1 0,-1 1 0,0-1 0,1 1 0,-1 0 0,1-1 0,0 1 0,0 0 0,-1 0 0,1 0 0,0 0 0,0 0 0,-1 4 0,-1 2 0,-9 11 0,0-1 0,0-1 0,-27 27 0,38-43 0,0 0 0,1 0 0,-1 0 0,0 0 0,0 0 0,1 0 0,-1 0 0,1 0 0,-1 0 0,1 0 0,-1 0 0,1 0 0,0 0 0,0 0 0,-1 1 0,1-1 0,0 0 0,0 0 0,0 0 0,0 0 0,0 0 0,0 1 0,1-1 0,-1 0 0,0 0 0,1 0 0,-1 0 0,0 0 0,1 0 0,0 0 0,-1 0 0,1 0 0,-1 0 0,1 0 0,0 0 0,0 0 0,0 0 0,1 0 0,4 5 0,1 0 0,1 0 0,-1-1 0,11 5 0,2 2 0,12 13-1365,-20-13-5461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07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24575,'80'-1'0,"87"3"0,-162-2 0,0 0 0,1 1 0,-1 0 0,0 0 0,0 1 0,0-1 0,0 1 0,-1 0 0,1 1 0,0-1 0,-1 1 0,1 0 0,-1 0 0,0 0 0,5 6 0,-4-4 0,0 2 0,0-1 0,-1 0 0,0 1 0,-1 0 0,1 0 0,-1 0 0,0 0 0,2 11 0,0 11 0,0 0 0,-2 0 0,-2 1 0,-1 37 0,-1-60 0,1 23 0,0-6 0,0 0 0,-2-1 0,-9 46 0,11-69 0,0 1 0,-1 0 0,1-1 0,0 1 0,1 0 0,-1-1 0,0 1 0,0 0 0,0-1 0,0 1 0,0 0 0,1-1 0,-1 1 0,0 0 0,1-1 0,-1 1 0,0-1 0,1 1 0,-1-1 0,1 1 0,-1-1 0,1 1 0,-1-1 0,1 1 0,-1-1 0,1 0 0,-1 1 0,1-1 0,-1 0 0,1 1 0,0-1 0,-1 0 0,1 0 0,0 0 0,-1 1 0,1-1 0,0 0 0,-1 0 0,1 0 0,0 0 0,-1 0 0,2-1 0,36 1 0,-30-1 0,72-2-1365,-55 3-5461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08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24575,'0'4'0,"0"8"0,0 5 0,0 5 0,0 4 0,0 3 0,0-1 0,0-2 0,0 3 0,0-1 0,0-1 0,0 2 0,0-4-8191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09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24575,'4'0'0,"8"0"0,5 0 0,5 0 0,4 0 0,-1 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11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1 24575,'4'0'0,"-1"0"0,1 0 0,-1 0 0,1 0 0,0 1 0,-1 0 0,1 0 0,-1 0 0,1 0 0,-1 0 0,0 1 0,1-1 0,-1 1 0,0 0 0,5 4 0,-6-3 0,1 0 0,-1 0 0,1 1 0,-1-1 0,0 1 0,0 0 0,-1 0 0,1-1 0,-1 1 0,0 0 0,0 0 0,0 0 0,0 8 0,1 4 0,-1 0 0,-1 0 0,0 0 0,-1 0 0,-1 0 0,0 0 0,-2 0 0,0 0 0,0-1 0,-1 0 0,-1 0 0,-10 18 0,-12 22 0,11-18 0,-2-1 0,-2-1 0,-28 37 0,48-72 0,0 1 0,1 0 0,-1 0 0,0 0 0,0 0 0,0 0 0,1 0 0,-1 1 0,1-1 0,-1 0 0,1 0 0,-1 0 0,1 1 0,-1-1 0,1 0 0,0 0 0,0 1 0,0-1 0,0 0 0,0 0 0,0 1 0,0 1 0,1-2 0,0 0 0,-1 0 0,1 0 0,0 0 0,0-1 0,0 1 0,0 0 0,0-1 0,0 1 0,0 0 0,0-1 0,0 1 0,0-1 0,0 1 0,0-1 0,0 0 0,0 1 0,0-1 0,2 0 0,7 1 0,0 0 0,0-1 0,0-1 0,16-2 0,-9 0 33,-1-2-1,0 0 0,28-13 0,-27 10-530,0 1 0,33-8 0,-30 11-6328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13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24575,'-4'0'0,"-4"4"0,-2 8 0,2 5 0,2 1-8191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0:16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55 24575,'-7'0'0,"-6"0"0,-1-4 0,-1-1 0,1-3 0,0-1 0,2-1 0,-4-1 0,1 3-8191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18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0 248 24575,'0'-2'0,"1"-1"0,-1 1 0,1 0 0,0 0 0,-1-1 0,1 1 0,0 0 0,0 0 0,0 0 0,1 0 0,-1 0 0,0 0 0,1 0 0,0 1 0,-1-1 0,1 0 0,0 1 0,3-3 0,37-20 0,-23 15 0,1 2 0,0 0 0,0 1 0,0 1 0,1 1 0,32-2 0,132 5 0,-117 2 0,522 2 0,-567-4 0,0-2 0,-1 0 0,25-8 0,33-4 0,99 3 0,-120 10 0,1-2 0,-1-2 0,74-19 0,-68 8 0,111-14 0,-136 23-1365,-25 4-5461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22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0 24575,'0'60'0,"-3"107"0,1-142 0,-1 0 0,-2 0 0,0 0 0,-15 38 0,20-63 0,-5 14 0,0 1 0,0 0 0,-2 19 0,6-31 0,1 1 0,0-1 0,0 0 0,0 1 0,0-1 0,0 0 0,1 0 0,0 1 0,-1-1 0,2 3 0,-1-4 0,0-1 0,-1 0 0,1 0 0,0 0 0,0 0 0,0 0 0,0 0 0,0 0 0,0 0 0,0 0 0,0 0 0,0 0 0,0 0 0,0-1 0,0 1 0,1-1 0,-1 1 0,0-1 0,1 1 0,-1-1 0,0 0 0,1 1 0,-1-1 0,3 0 0,-1 0 0,1 0 0,-1-1 0,1 0 0,-1 1 0,1-1 0,-1 0 0,1-1 0,-1 1 0,0 0 0,1-1 0,-1 0 0,3-2 0,39-32 0,-30 24 0,16-11 0,-14 11 0,30-27 0,-44 36 0,0 1 0,-1-1 0,1 0 0,-1 0 0,1 0 0,-1 0 0,0-1 0,0 1 0,-1 0 0,1-1 0,-1 1 0,1-1 0,-1 0 0,0 0 0,-1 1 0,2-7 0,-2 10 0,-1 0 0,1 0 0,0 0 0,0 1 0,0-1 0,0 0 0,0 0 0,0 0 0,0 0 0,0 0 0,0 0 0,0 0 0,0 0 0,0 0 0,0 0 0,-1 0 0,1 0 0,0 0 0,0 0 0,0 0 0,0 0 0,0 0 0,0 0 0,0 0 0,0 0 0,0 0 0,-1 0 0,1 0 0,0 0 0,0 0 0,0 0 0,0 0 0,0 0 0,0 0 0,0 0 0,0 0 0,0 0 0,-1 0 0,1 0 0,0 0 0,0 0 0,0 0 0,0 0 0,0 0 0,0 0 0,0 0 0,0-1 0,0 1 0,0 0 0,0 0 0,0 0 0,0 0 0,0 0 0,0 0 0,0 0 0,-1 0 0,1 0 0,0 0 0,0-1 0,0 1 0,0 0 0,0 0 0,0 0 0,0 0 0,0 0 0,0 0 0,1 0 0,-10 11 0,-5 17 0,7 6-8,2 0-1,2 0 1,1 0 0,5 68-1,0-17-1314,-3-61-5503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52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24575,'146'-11'0,"-104"5"0,0 3 0,60 2 0,-99 1 0,0 0 0,-1 1 0,1-1 0,-1 1 0,0 0 0,1 0 0,-1 0 0,0 0 0,1 0 0,-1 1 0,0-1 0,0 0 0,0 1 0,0 0 0,0-1 0,0 1 0,-1 0 0,1 0 0,-1 0 0,1 0 0,-1 0 0,0 1 0,1-1 0,-1 0 0,0 1 0,-1-1 0,1 1 0,0-1 0,-1 1 0,1-1 0,-1 1 0,0-1 0,0 1 0,0 4 0,0 2 0,-1 0 0,0 0 0,0 0 0,-1-1 0,0 1 0,0 0 0,-1-1 0,0 0 0,-5 9 0,-7 10 0,-1-1 0,-34 40 0,50-65 0,-1-1 0,1 0 0,-1 1 0,1-1 0,0 0 0,-1 1 0,1-1 0,0 1 0,-1-1 0,1 1 0,0-1 0,0 1 0,-1-1 0,1 1 0,0-1 0,0 1 0,0-1 0,0 1 0,0-1 0,0 1 0,0 0 0,0-1 0,0 1 0,0-1 0,0 1 0,12 2 0,32-11 0,-27 4 0,-1 1 0,1 1 0,-1 1 0,1 0 0,24 3 0,-37-2 0,1 1 0,0 0 0,0 0 0,0 0 0,-1 1 0,1-1 0,-1 1 0,1 0 0,-1 1 0,0-1 0,0 1 0,0 0 0,0 0 0,0 0 0,-1 0 0,1 1 0,-1-1 0,0 1 0,4 6 0,-2-1 0,0 1 0,-1-1 0,0 1 0,-1 0 0,0 0 0,0 0 0,-1 0 0,-1 0 0,1 0 0,-2 1 0,1-1 0,-2 0 0,1 1 0,-1-1 0,-5 20 0,4-26 0,0 0 0,0-1 0,-1 1 0,1-1 0,-1 1 0,0-1 0,0 0 0,0 0 0,0 0 0,0-1 0,-1 1 0,1-1 0,-1 0 0,1 0 0,-1 0 0,0 0 0,0-1 0,0 1 0,0-1 0,0 0 0,-5 0 0,-10 3 0,-1-2 0,0 0 0,-20-2 0,36 0 0,-252-2-1365,234 2-5461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5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24575,'0'14'0,"-1"56"0,2-1 0,4 0 0,20 104 0,65 152 0,-87-310-455,0 1 0,1 27 0,-4-21-6371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55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24575,'4'0'0,"4"0"0,8 0 0,6 0 0,2 0 0,0 0 0,8 0 0,1 0 0,3 0 0,-2 0 0,-2-7 0,-1-3 0,0 1 0,-3 2 0,-3 2 0,-5 2-8191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56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24575,'4'0'0,"4"0"0,9 0 0,4 0 0,3 0 0,1 0 0,3 0 0,0 0 0,0 0 0,-2 0 0,2 0 0,-1 0 0,0 0 0,-6 0-8191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39:58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24575,'-7'9'0,"-1"0"0,2 0 0,-1 1 0,2-1 0,-1 2 0,1-1 0,1 0 0,-6 19 0,2-2 0,2 1 0,-4 37 0,4 24 0,7 105 0,1-66 0,-3-104 0,1-15 0,-1 0 0,1-1 0,1 1 0,-1 0 0,4 13 0,-3-19 0,0-1 0,0 0 0,0 0 0,0 0 0,0 0 0,0 0 0,0 0 0,1-1 0,-1 1 0,1 0 0,-1 0 0,1-1 0,0 1 0,0-1 0,-1 0 0,1 0 0,0 1 0,0-1 0,0 0 0,0-1 0,1 1 0,-1 0 0,0 0 0,0-1 0,0 0 0,4 1 0,3 0 0,0 0 0,1-1 0,-1 0 0,1-1 0,-1 0 0,0 0 0,0-1 0,1 0 0,-1-1 0,-1 0 0,1 0 0,0-1 0,-1 0 0,1 0 0,7-7 0,8-7 0,0-1 0,-1-2 0,25-29 0,-6 7 0,-31 31 0,0-1 0,0 0 0,-2-1 0,0 0 0,0-1 0,-1 1 0,-1-2 0,-1 1 0,0-1 0,-1 0 0,0 0 0,-2 0 0,0-1 0,0 1 0,-2-1 0,0 0 0,-1 1 0,-1-1 0,-4-25 0,3 32 0,-1 1 0,0 0 0,-1 0 0,0 0 0,-1 1 0,-10-17 0,-4-6 0,14 20 0,-2 0 0,0 0 0,0 0 0,-1 1 0,-15-15 0,19 21 0,-1 0 0,0 0 0,0 1 0,0-1 0,0 1 0,-1 1 0,1-1 0,-1 1 0,1 0 0,-1 0 0,0 0 0,0 1 0,0 0 0,-6 0 0,-38 0-1365,29 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0:50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24575,'5'-6'0,"-1"1"0,1-1 0,1 1 0,-1 0 0,1 0 0,0 1 0,0 0 0,0 0 0,11-5 0,-5 2 0,2-1 0,0 1 0,1 1 0,0 0 0,0 1 0,0 0 0,1 1 0,0 1 0,0 0 0,0 2 0,0 0 0,0 0 0,22 3 0,-35-2 0,0 1 0,0-1 0,0 1 0,0 0 0,-1 0 0,1 0 0,0 0 0,0 1 0,0-1 0,-1 1 0,1-1 0,-1 1 0,1 0 0,-1 0 0,0 0 0,0 0 0,0 1 0,0-1 0,0 1 0,0-1 0,-1 1 0,1-1 0,-1 1 0,0 0 0,0 0 0,0 0 0,0 0 0,0 0 0,0 0 0,0 5 0,1 10 0,-1 1 0,-1 0 0,0 0 0,-4 19 0,2 0 0,2-24 0,-1 0 0,0 0 0,-1 0 0,0 0 0,-1 0 0,-1 0 0,0 0 0,-1-1 0,-1 0 0,0 0 0,0 0 0,-1-1 0,-1 0 0,0 0 0,-1-1 0,0 0 0,0-1 0,-13 12 0,-11 4 0,20-16 0,0 1 0,0 0 0,2 1 0,-22 25 0,33-36 0,-1 0 0,0-1 0,1 1 0,-1 0 0,1 0 0,-1 0 0,1-1 0,0 1 0,-1 0 0,1 0 0,0 0 0,0 0 0,-1 0 0,1 0 0,0 0 0,0-1 0,0 1 0,0 0 0,0 0 0,0 0 0,0 0 0,1 0 0,-1 0 0,0 0 0,0 0 0,1-1 0,-1 1 0,1 0 0,-1 0 0,0 0 0,1-1 0,0 1 0,-1 0 0,1 0 0,-1-1 0,1 1 0,0-1 0,-1 1 0,1 0 0,0-1 0,0 1 0,0-1 0,-1 0 0,1 1 0,0-1 0,0 0 0,0 1 0,0-1 0,0 0 0,0 0 0,-1 0 0,3 0 0,7 2 0,0 0 0,1-1 0,16-1 0,-22 0 0,79-1-1365,-58 0-5461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0:51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24575,'0'490'-1365,"0"-465"-5461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0:5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24575,'7'0'0,"10"0"0,9 0 0,4 0 0,7 0 0,1 0 0,-2 0 0,-3 0 0,-1 0 0,-2 0 0,-6 0-8191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1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24575,'-2'17'0,"0"0"0,-1 0 0,-1 0 0,0 0 0,-1-1 0,-1 1 0,-13 23 0,8-15 0,1 0 0,-7 29 0,9-24 0,4-21 0,2 0 0,-1 1 0,1-1 0,0 1 0,1-1 0,0 1 0,1 0 0,0-1 0,0 1 0,3 15 0,-2-23 0,1 0 0,-1 1 0,0-1 0,1 0 0,0 0 0,-1 0 0,1 0 0,0 0 0,0 0 0,0 0 0,0-1 0,0 1 0,1-1 0,-1 1 0,0-1 0,1 0 0,-1 0 0,1 0 0,-1 0 0,1 0 0,-1-1 0,1 1 0,0-1 0,4 0 0,10 2 0,0-2 0,29-1 0,-27-1 0,-2 1 0,-1-2 0,0 0 0,0-1 0,24-9 0,17-5 0,-53 17 0,0 0 0,0 0 0,0-1 0,0 1 0,0-1 0,-1 0 0,1 0 0,-1-1 0,1 1 0,-1-1 0,0 1 0,5-7 0,-7 8 0,0-1 0,0 0 0,0 1 0,0-1 0,0 1 0,0-1 0,0 0 0,-1 0 0,1 0 0,-1 1 0,1-1 0,-1 0 0,0 0 0,0 0 0,0 0 0,0 0 0,0 0 0,0 1 0,0-1 0,-1 0 0,1 0 0,-1 0 0,1 0 0,-1 1 0,0-1 0,0 0 0,1 0 0,-1 1 0,-2-3 0,3 4 0,0-1 0,0 1 0,-1-1 0,1 1 0,0-1 0,0 1 0,-1-1 0,1 1 0,0-1 0,-1 1 0,1-1 0,0 1 0,-1 0 0,1-1 0,-1 1 0,1 0 0,0-1 0,-1 1 0,1 0 0,-1 0 0,1-1 0,-1 1 0,1 0 0,-1 0 0,0 0 0,1 0 0,-1 0 0,1-1 0,-1 1 0,1 0 0,-1 0 0,1 0 0,-1 1 0,1-1 0,-1 0 0,0 0 0,1 0 0,-1 0 0,1 0 0,-1 1 0,1-1 0,-1 0 0,1 0 0,-1 1 0,1-1 0,0 0 0,-1 1 0,1-1 0,-1 1 0,1-1 0,0 0 0,-1 1 0,1-1 0,0 1 0,0-1 0,-1 1 0,1-1 0,0 1 0,0-1 0,0 1 0,-1-1 0,1 2 0,-9 34 0,6 225 65,5-135-1495,-2-102-5396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5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24575,'1'171'0,"-5"249"0,-3-283 0,-27 146 0,30-265 0,-5 27 0,9-42 0,0-1 0,-1 0 0,1 0 0,0 1 0,0-1 0,1 0 0,-1 1 0,0-1 0,1 0 0,-1 0 0,1 0 0,0 1 0,0-1 0,2 3 0,-3-4 0,1-1 0,0 0 0,-1 1 0,1-1 0,0 0 0,0 1 0,-1-1 0,1 0 0,0 0 0,0 0 0,-1 0 0,1 0 0,0 0 0,0 0 0,0 0 0,-1 0 0,1 0 0,0 0 0,0 0 0,-1 0 0,1-1 0,0 1 0,0 0 0,-1-1 0,1 1 0,0 0 0,0-1 0,23-14 0,-20 12 0,12-7 0,-1 0 0,-1-2 0,0 1 0,16-19 0,-25 25 0,-1-1 0,1 0 0,-1 0 0,-1 0 0,1-1 0,-1 1 0,0-1 0,0 0 0,-1 0 0,0 0 0,0 0 0,-1 0 0,2-13 0,-4-23 0,0 33 0,-1 31 0,1 268-1365,1-265-5461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6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24575,'11'-4'0,"7"-4"0,11-8 0,11-6 0,3 2 0,-2-3 0,-1 2 0,-4 4 0,-8 3 0,-5 2 0,-7 5-8191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0 24575,'-3'103'0,"-29"188"0,22-180 0,-1 5 0,10-114 0,1 0 0,0 0 0,0 0 0,-1 0 0,1 0 0,0 1 0,1-1 0,-1 0 0,0 0 0,1 0 0,-1 0 0,1 0 0,0 0 0,-1 0 0,1 0 0,0 0 0,0 0 0,0 0 0,1-1 0,1 4 0,0-2 0,0-1 0,0 0 0,0 0 0,0 0 0,1 0 0,-1-1 0,0 1 0,1-1 0,-1 0 0,1 0 0,4 1 0,10 0 0,1 0 0,-1-2 0,36-2 0,-45 1 0,233-31-1365,-220 31-5461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8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24575,'11'0'0,"7"-7"0,11-3 0,4-2 0,1 0 0,-2 2 0,0 3 0,-1 3 0,-3-2 0,2 0 0,-1 1 0,-2 2 0,-6 1-8191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0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0 188 24575,'0'-7'0,"0"-6"0,7-5 0,6 1 0,5 0 0,6 3 0,2-4 0,1 2 0,0 3 0,1 4 0,1 0 0,-2 1 0,2 3 0,0 1 0,-5-2 0,-4 1 0,0 0 0,-5 1-8191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1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0 24575,'0'7'0,"-1"0"0,0 0 0,0-1 0,-1 1 0,0 0 0,0-1 0,-1 1 0,1-1 0,-1 0 0,-5 7 0,-6 9 0,-24 27 0,11-14 0,11-13 0,1 1 0,1 0 0,0 1 0,2 1 0,1 0 0,1 1 0,1 0 0,2 0 0,0 1 0,2-1 0,1 2 0,-2 51 0,5-40 0,0-21 0,1 0 0,0 1 0,1-1 0,6 29 0,-5-44 0,-1 0 0,1 0 0,0 1 0,0-1 0,0 0 0,0-1 0,0 1 0,1 0 0,-1-1 0,1 1 0,0-1 0,0 0 0,0 0 0,0 0 0,0 0 0,0-1 0,0 1 0,1-1 0,-1 0 0,0 1 0,1-2 0,4 2 0,10 1 0,0 0 0,34 1 0,-51-4 0,20 1 0,21 1 0,0-2 0,46-6 0,-84 5 0,0 0 0,-1 0 0,1-1 0,-1 1 0,0-1 0,1 0 0,-1 1 0,0-2 0,0 1 0,0 0 0,0-1 0,-1 1 0,1-1 0,-1 0 0,1 0 0,-1 0 0,0 0 0,0 0 0,-1 0 0,1-1 0,0 1 0,-1 0 0,0-1 0,0 1 0,0-1 0,1-6 0,1-11 0,-1 1 0,0 0 0,-2-32 0,0 42 0,0 3 0,0 0 0,-1 0 0,0 0 0,0 0 0,0 0 0,-1 0 0,0 0 0,0 0 0,-4-8 0,3 11 0,1 1 0,-1-1 0,0 1 0,0-1 0,0 1 0,-1 0 0,1 0 0,-1 1 0,1-1 0,-1 1 0,0 0 0,0-1 0,0 2 0,0-1 0,-8-2 0,-15-2-114,1 1 0,-1 1-1,-1 2 1,1 0-1,-38 4 1,43-2-565,-3 0-6147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13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 24575,'-22'-1'0,"1"2"0,-1 0 0,0 2 0,1 0 0,-24 7 0,38-8 0,0 1 0,1-1 0,-1 2 0,1-1 0,-1 1 0,1 0 0,0 0 0,0 0 0,1 1 0,0 0 0,-1 0 0,2 0 0,-1 1 0,0 0 0,1 0 0,0 0 0,1 0 0,0 1 0,-4 7 0,0 2 0,1 1 0,1 1 0,0-1 0,1 1 0,1-1 0,1 1 0,-1 28 0,3-44 0,0 0 0,1 0 0,-1 0 0,0-1 0,1 1 0,-1 0 0,1 0 0,0-1 0,0 1 0,-1 0 0,1-1 0,0 1 0,0-1 0,1 1 0,-1-1 0,0 0 0,0 1 0,1-1 0,-1 0 0,0 0 0,1 0 0,0 0 0,-1 0 0,1 0 0,-1 0 0,1-1 0,0 1 0,0 0 0,-1-1 0,1 0 0,0 1 0,0-1 0,0 0 0,-1 0 0,1 0 0,0 0 0,0 0 0,2-1 0,11 0 0,0-2 0,0 1 0,27-10 0,-18 5 0,-2 2 0,24-7 0,0 1 0,0 3 0,1 2 0,49 0 0,-92 6 0,0 0 0,0 0 0,0 0 0,0 1 0,-1-1 0,1 1 0,0 0 0,0 1 0,-1-1 0,1 0 0,-1 1 0,1 0 0,-1 0 0,1 0 0,-1 0 0,0 1 0,5 4 0,-6-3 0,1 0 0,-1 0 0,0 1 0,0-1 0,0 1 0,0-1 0,-1 1 0,0 0 0,0-1 0,0 1 0,0 0 0,-1 0 0,0 6 0,2 18 0,-2-1 0,-1 1 0,-1-1 0,-2 0 0,-1 0 0,-14 49 0,17-73-52,0 0-1,0 0 1,0 0-1,-1 0 1,1-1-1,-1 1 1,0-1-1,0 0 1,0 1-1,0-1 1,-1-1-1,1 1 1,-1 0-1,0-1 1,0 0-1,0 0 1,0 0-1,0 0 1,0-1-1,0 0 1,-1 1-1,1-2 0,0 1 1,-1 0-1,-6-1 1,-9 1-6774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15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24575,'4'0'0,"4"0"0,9 0 0,4 0 0,3 0 0,4 0 0,1 0 0,0 0 0,-3 0 0,3 0 0,-1 0 0,-1 0 0,-2 0 0,-5 0-8191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18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 24575,'-34'0'0,"-1"1"0,-45 9 0,67-8 0,-1 2 0,1-1 0,1 2 0,-1-1 0,0 2 0,1 0 0,0 0 0,1 1 0,-13 9 0,20-12 0,0 1 0,-1-1 0,1 1 0,1 0 0,-1 0 0,1 1 0,0-1 0,0 1 0,0-1 0,1 1 0,-3 11 0,2-5 0,0-1 0,1 0 0,1 1 0,0-1 0,1 18 0,0-27 0,0 0 0,1 0 0,-1 0 0,0 0 0,1 0 0,0 0 0,-1 0 0,1 0 0,0 0 0,0 0 0,0 0 0,0 0 0,1-1 0,-1 1 0,0 0 0,1-1 0,-1 1 0,1-1 0,-1 0 0,1 1 0,0-1 0,0 0 0,-1 0 0,1 0 0,0 0 0,0 0 0,0-1 0,3 2 0,7 0 0,0 0 0,-1 0 0,1-1 0,15-1 0,26 5 0,-18 4 0,0-1 0,1-2 0,0-1 0,43 0 0,-75-6 0,1 1 0,-1 0 0,0 0 0,1 1 0,-1-1 0,0 1 0,0 0 0,0 0 0,0 1 0,0-1 0,0 1 0,0 0 0,4 2 0,-6-2 0,0 0 0,0 1 0,0-1 0,0 1 0,0 0 0,0 0 0,-1-1 0,0 1 0,1 0 0,-1 0 0,0 0 0,0 1 0,-1-1 0,1 0 0,-1 0 0,1 0 0,-1 7 0,1 7 0,0-1 0,-2 1 0,0 0 0,0-1 0,-6 23 0,6-34 0,0-1 0,0 0 0,-1 0 0,0 1 0,0-1 0,0-1 0,0 1 0,-1 0 0,1 0 0,-1-1 0,0 1 0,0-1 0,0 0 0,0 0 0,-1 0 0,1 0 0,-1-1 0,0 0 0,0 1 0,0-1 0,0-1 0,0 1 0,0 0 0,-9 1 0,-13 1-1365,2-3-5461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1T07:41:2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1 412 24575,'0'-9'0,"1"1"0,0-1 0,1 1 0,-1-1 0,2 1 0,-1 0 0,1 0 0,0 0 0,6-10 0,5-6 0,27-34 0,9-17 0,-29 34-76,-16 28-68,0 2 1,2-1 0,-1 1 0,1 0 0,1 0-1,-1 1 1,2 0 0,12-12 0,-8 12-6683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9.56522" units="1/cm"/>
          <inkml:channelProperty channel="Y" name="resolution" value="69.23077" units="1/cm"/>
          <inkml:channelProperty channel="T" name="resolution" value="1" units="1/dev"/>
        </inkml:channelProperties>
      </inkml:inkSource>
      <inkml:timestamp xml:id="ts0" timeString="2024-03-21T07:45:57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2452 5292 0,'17'35'204,"-17"-17"-189,18-1 1,35 36 15,-18-18 0,-17 1-31,35-1 32,-53-17-17,35 35 16,-35-36-15,35 18 15,-17-35 32,0 0-32,35-35 0,52-159 1,-34 71-32,176-195 31,-212 230-16,36-18 17,-18 18 15,-36 70-16,1 1 0</inkml:trace>
  <inkml:trace contextRef="#ctx0" brushRef="#br0" timeOffset="1916.53">4533 5539 0,'35'17'188,"1"-17"-157,-19 36 16,1-36-16,0 0 172,17 0-172,0 0 1,18-71-17,18-53 16,-1 1 1,-70 105-32,36-35 31,-1-35 0,-18 71-15,19-36 15,-36 35 0</inkml:trace>
  <inkml:trace contextRef="#ctx0" brushRef="#br0" timeOffset="3291.78">6121 5609 0,'53'0'156,"-18"53"-124,0-18-1,-17-17 0,-1-18 16,19 0 16,-19 0-32,19-35 0,17-106 0,-53 105-31,70-70 32,-52 89-17,-18-36-15,35 35 31,0-17 1,-35 0-1,36 35-15,-36-18 15</inkml:trace>
  <inkml:trace contextRef="#ctx0" brushRef="#br0" timeOffset="74501.14">2928 9331 0,'0'18'47,"0"17"-31,0 0 15,0 18 0,0-35 0,0-1-15,0 19 31,0-19-16,0 1-31,0 0 31,0 17 1,0-18-1,0 1 16,35-18 93,1 0-93,-1 0-31,-17 0-16,34-53 31,-34 36-31,88-125 31,-71 107 1,0-18-17,-17 36 1,-18-1-16,18-17 47,17-1-16,0-17 0,-17 18 1,52-35-1,-52 17-16,17 17 17,-17-16-17,0 52 32,-18-18 16,35 18-16,-35-18-32,18 18 32,-18-35-31,0 17 62,17 18-31</inkml:trace>
  <inkml:trace contextRef="#ctx0" brushRef="#br0" timeOffset="77055.49">4745 9578 0</inkml:trace>
  <inkml:trace contextRef="#ctx0" brushRef="#br0" timeOffset="78507.19">4710 11818 0,'0'35'125,"17"1"-93,1-19-1,-1 36 0,1-35 0,17 17 1,-17-17 15,0-54 15,35-122-31,0 52-15,-18 53 0,-18 0-16,19 0 15,-19 0 1,19 36-1,-36-1-15,17 0 16,-17-17 0,18 35-16,-18-18 15,18 1 17,-18-19-17,35 36 16</inkml:trace>
  <inkml:trace contextRef="#ctx0" brushRef="#br0" timeOffset="80034.69">4957 10460 0,'0'17'109,"0"1"-93,17 17 15,-17-17 1,18-18-32,-18 18 31,0 17 16,17-35 15,19 0-31,-19-88 1,19 0-1,-1 35-15,18-18-1,-36 18 1,36-17 15,-35 17 0,0 35 1,-18 0-32,0 1 46</inkml:trace>
  <inkml:trace contextRef="#ctx0" brushRef="#br0" timeOffset="88538.84">6262 13247 0,'0'17'172,"35"19"-156,36 70 15,-54-71 0,1 18 1,-18-36-17,35 1 16,-17-18 1,-1 0 30,1 0-31,17 0 1,1-35-1,-19-1-31,19 19 16,-19-1-16,36-52 31,-35 52-16,-1-17 17,1 35-32,-18-18 15,35 0 17,-17-17-1,0 18 0,-18-1 0,35 0 1,-17-17-1,-1 17 31,1 1-15,17-1 0</inkml:trace>
  <inkml:trace contextRef="#ctx0" brushRef="#br0" timeOffset="90360.61">6756 11959 0,'0'53'78,"35"0"-62,0 0-16,-17 0 16,0-18-1,17-17-15,-18 35 16,-17-36 0,18 1-16,17 17 46,-35-17-30,18-18 15,0 0 79,17 0-63,-17 0-32,-1-71 1,36-52-1,229-283 32,-246 300-15,-1 106-17,-35-17 1,18-1-1,-18 0 17</inkml:trace>
  <inkml:trace contextRef="#ctx0" brushRef="#br0" timeOffset="92244.24">6791 10354 0,'0'18'109,"0"52"-78,35-35 1,-17 1-1,0-36 16,-18 17-32,0 1 63,17-18-15,36 0-16,71-71-16,52-105 0,-17 0 1,-53 52-1,-1 36 0,-69 53 0,-36 17 1,35 0-1</inkml:trace>
  <inkml:trace contextRef="#ctx0" brushRef="#br0" timeOffset="118854.49">8096 15275 0,'0'18'78,"0"17"-62,18-17-1,-18-1 1,0 1-1,18 17 17,-18-17-1,17 0 16,-17-1 0,0 19 31,18-36 141,17 0-173,-17-36-30,-1-34 15,19 34-15,-36-16 15,17 34-15,1-35 15,0 35 16,17 18-31,-35-17-16,17-19 31,36 19 0,-35-18 0,0-1 1,-1 36-17,-17-17 1,36-1 15,-19-17 0,-17 17 1,18 0-1,-18 1 0,0-19 32,17 19-17</inkml:trace>
  <inkml:trace contextRef="#ctx0" brushRef="#br0" timeOffset="120825.34">8273 13564 0,'0'18'62,"17"17"-31,-17-17 1,18-18-17,17 0 110,-17 0-94,-18-35-15,17 17-16,-17 0 31,36 18-15,-36-35 0,17-53-1,36-71 16,-35 106-15,17-17 0,18-1 15,-53 53 0,18-17-15,-18 17-1</inkml:trace>
  <inkml:trace contextRef="#ctx0" brushRef="#br0" timeOffset="123234.01">8396 12153 0,'0'35'63,"0"1"-32,0-19 0,0 19-15,53-36 125,70-124-110,-87 1-15,52 17-1,-70 88 1,52-88-1,-35 71 17,-35 17-1,0-17-15,36 35 15</inkml:trace>
  <inkml:trace contextRef="#ctx0" brushRef="#br0" timeOffset="124750.88">8537 10283 0,'0'18'46,"0"0"1,18-18 16,-1 0-32,1 0-15,35 0-1,0-36 1,35-69 0,-53 52-1,-17 35 1,0 0-1,17-17-15,-35 18 16,35-1 0,1-35-1,-36 35 1,17 18 15,-17-17-15</inkml:trace>
  <inkml:trace contextRef="#ctx0" brushRef="#br0" timeOffset="133030.19">9155 5133 0,'0'53'46,"0"70"1,0 177-15,0-35-1,-18-18 0,18-194-31,0 88 31,0-88-31,-35 70 32,35-70-17,-18-35-15,18 35 16,0 70 15,0-88-31,0 1 16,-18 17 15,18 17 0,0-35 0,-88 195 32,53-160-47,17-17 15,18-35 156,0-1-171,0 89 15,0-18 0,0-35-31,-35 71 32,35-89-32,0 0 15,0 36 17,0-18-32,0 35 31,0-17 0,0-1 0,0 18 1,0 106-1,0-53 0,0-70 0,0-36 1,0 18-1,0-17 0,0 16 0,0-34-15,0 17-16,0 1 31,0-19-15,18 36-16,-18 141 31,17-123 0,-17-36 1,0-17-1,0 35 0,0 0 0,0-36 172,0 1-187,0 35-16,0 35 31,0-35-15,0 0-16,0 17 31,0 36 0,0 53 1,0-36-1,0-105-15,0 35-1,0-18 1,0 142 15,0-160-15,0 54-1,0-1 17,0 1-1,0-18 0,0 0 0,0 53 1,0 17-1,0-35 0,0-35 0,0-18 47,0-17-46,0 17-1,0-17 0,0 0 79,0 52-95,0 36 16,0-88-15,0-1-16,0 1 16,0 52 15,-35 36 0,35-18 0,0-35-31,0 36 32,0-36-17,0 35 1,0-35-16,0 123 47,0-53-16,0-52 0,0 17 1,0-70-32,0 35 31,0-36-16,0 36-15,0 0 16,0 18 15,0-54-31,0 1 16,0 53 15,18-1 0,17 36 1,-35-35-1,18-18 0,-18 17 32,0-52-48,-18 35 1,0-36 15,18 19 141,0 34-156,0 212 15,36-193-15,16 87-1,1 71 16,-53-177 1,36-34-17,-36 34 17,0-52-17,0 35 1,0-36-1,0 1 1,0 17 0,0 1 15,0-1 0,0 0 0,-18 18 1,18-35-17,0-1 1,0 19 0,-18-1-1,18 0 1,0 53-1,0-70-15,-17 53 32,17-36-17,0-17 1,0-1 0,0 1-1,0 17 16,0 0 1,0 1-1,0-19 0,0 1 0,-159 335 126,71-124-126,53-176-15,35-35 109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high-κ dielectric refers to a material with a high dielectric constant, as compared to silicon dioxide. High-κ dielectrics are used in semiconductor manufacturing processes where they are usually used to replace a silicon dioxide gate dielectric or another dielectric layer of a device.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1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7BA28-8807-43C5-99C4-A55965820A4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90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7.jpeg"/><Relationship Id="rId7" Type="http://schemas.openxmlformats.org/officeDocument/2006/relationships/customXml" Target="../ink/ink3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customXml" Target="../ink/ink1.xml"/><Relationship Id="rId9" Type="http://schemas.openxmlformats.org/officeDocument/2006/relationships/customXml" Target="../ink/ink4.xml"/></Relationships>
</file>

<file path=ppt/slides/_rels/slide5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.xml"/><Relationship Id="rId117" Type="http://schemas.openxmlformats.org/officeDocument/2006/relationships/customXml" Target="../ink/ink65.xml"/><Relationship Id="rId21" Type="http://schemas.openxmlformats.org/officeDocument/2006/relationships/image" Target="../media/image49.png"/><Relationship Id="rId42" Type="http://schemas.openxmlformats.org/officeDocument/2006/relationships/customXml" Target="../ink/ink25.xml"/><Relationship Id="rId47" Type="http://schemas.openxmlformats.org/officeDocument/2006/relationships/image" Target="../media/image62.png"/><Relationship Id="rId63" Type="http://schemas.openxmlformats.org/officeDocument/2006/relationships/image" Target="../media/image70.png"/><Relationship Id="rId68" Type="http://schemas.openxmlformats.org/officeDocument/2006/relationships/image" Target="../media/image72.png"/><Relationship Id="rId84" Type="http://schemas.openxmlformats.org/officeDocument/2006/relationships/image" Target="../media/image80.png"/><Relationship Id="rId89" Type="http://schemas.openxmlformats.org/officeDocument/2006/relationships/customXml" Target="../ink/ink49.xml"/><Relationship Id="rId112" Type="http://schemas.openxmlformats.org/officeDocument/2006/relationships/customXml" Target="../ink/ink62.xml"/><Relationship Id="rId16" Type="http://schemas.openxmlformats.org/officeDocument/2006/relationships/customXml" Target="../ink/ink12.xml"/><Relationship Id="rId107" Type="http://schemas.openxmlformats.org/officeDocument/2006/relationships/image" Target="../media/image91.png"/><Relationship Id="rId11" Type="http://schemas.openxmlformats.org/officeDocument/2006/relationships/image" Target="../media/image44.png"/><Relationship Id="rId32" Type="http://schemas.openxmlformats.org/officeDocument/2006/relationships/customXml" Target="../ink/ink20.xml"/><Relationship Id="rId37" Type="http://schemas.openxmlformats.org/officeDocument/2006/relationships/image" Target="../media/image57.png"/><Relationship Id="rId53" Type="http://schemas.openxmlformats.org/officeDocument/2006/relationships/image" Target="../media/image65.png"/><Relationship Id="rId58" Type="http://schemas.openxmlformats.org/officeDocument/2006/relationships/customXml" Target="../ink/ink33.xml"/><Relationship Id="rId74" Type="http://schemas.openxmlformats.org/officeDocument/2006/relationships/image" Target="../media/image75.png"/><Relationship Id="rId79" Type="http://schemas.openxmlformats.org/officeDocument/2006/relationships/customXml" Target="../ink/ink44.xml"/><Relationship Id="rId102" Type="http://schemas.openxmlformats.org/officeDocument/2006/relationships/customXml" Target="../ink/ink56.xml"/><Relationship Id="rId123" Type="http://schemas.openxmlformats.org/officeDocument/2006/relationships/customXml" Target="../ink/ink68.xml"/><Relationship Id="rId5" Type="http://schemas.openxmlformats.org/officeDocument/2006/relationships/image" Target="../media/image42.png"/><Relationship Id="rId61" Type="http://schemas.openxmlformats.org/officeDocument/2006/relationships/image" Target="../media/image69.png"/><Relationship Id="rId82" Type="http://schemas.openxmlformats.org/officeDocument/2006/relationships/image" Target="../media/image79.png"/><Relationship Id="rId90" Type="http://schemas.openxmlformats.org/officeDocument/2006/relationships/image" Target="../media/image83.png"/><Relationship Id="rId95" Type="http://schemas.openxmlformats.org/officeDocument/2006/relationships/image" Target="../media/image85.png"/><Relationship Id="rId19" Type="http://schemas.openxmlformats.org/officeDocument/2006/relationships/image" Target="../media/image48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52.png"/><Relationship Id="rId30" Type="http://schemas.openxmlformats.org/officeDocument/2006/relationships/customXml" Target="../ink/ink19.xml"/><Relationship Id="rId35" Type="http://schemas.openxmlformats.org/officeDocument/2006/relationships/image" Target="../media/image56.png"/><Relationship Id="rId43" Type="http://schemas.openxmlformats.org/officeDocument/2006/relationships/image" Target="../media/image60.png"/><Relationship Id="rId48" Type="http://schemas.openxmlformats.org/officeDocument/2006/relationships/customXml" Target="../ink/ink28.xml"/><Relationship Id="rId56" Type="http://schemas.openxmlformats.org/officeDocument/2006/relationships/customXml" Target="../ink/ink32.xml"/><Relationship Id="rId64" Type="http://schemas.openxmlformats.org/officeDocument/2006/relationships/customXml" Target="../ink/ink36.xml"/><Relationship Id="rId69" Type="http://schemas.openxmlformats.org/officeDocument/2006/relationships/customXml" Target="../ink/ink39.xml"/><Relationship Id="rId77" Type="http://schemas.openxmlformats.org/officeDocument/2006/relationships/customXml" Target="../ink/ink43.xml"/><Relationship Id="rId100" Type="http://schemas.openxmlformats.org/officeDocument/2006/relationships/customXml" Target="../ink/ink55.xml"/><Relationship Id="rId105" Type="http://schemas.openxmlformats.org/officeDocument/2006/relationships/image" Target="../media/image90.png"/><Relationship Id="rId113" Type="http://schemas.openxmlformats.org/officeDocument/2006/relationships/image" Target="../media/image93.png"/><Relationship Id="rId118" Type="http://schemas.openxmlformats.org/officeDocument/2006/relationships/image" Target="../media/image95.png"/><Relationship Id="rId8" Type="http://schemas.openxmlformats.org/officeDocument/2006/relationships/customXml" Target="../ink/ink8.xml"/><Relationship Id="rId51" Type="http://schemas.openxmlformats.org/officeDocument/2006/relationships/image" Target="../media/image64.png"/><Relationship Id="rId72" Type="http://schemas.openxmlformats.org/officeDocument/2006/relationships/image" Target="../media/image74.png"/><Relationship Id="rId80" Type="http://schemas.openxmlformats.org/officeDocument/2006/relationships/image" Target="../media/image78.png"/><Relationship Id="rId85" Type="http://schemas.openxmlformats.org/officeDocument/2006/relationships/customXml" Target="../ink/ink47.xml"/><Relationship Id="rId93" Type="http://schemas.openxmlformats.org/officeDocument/2006/relationships/customXml" Target="../ink/ink51.xml"/><Relationship Id="rId98" Type="http://schemas.openxmlformats.org/officeDocument/2006/relationships/customXml" Target="../ink/ink54.xml"/><Relationship Id="rId121" Type="http://schemas.openxmlformats.org/officeDocument/2006/relationships/customXml" Target="../ink/ink67.xml"/><Relationship Id="rId3" Type="http://schemas.openxmlformats.org/officeDocument/2006/relationships/image" Target="../media/image41.png"/><Relationship Id="rId12" Type="http://schemas.openxmlformats.org/officeDocument/2006/relationships/customXml" Target="../ink/ink10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33" Type="http://schemas.openxmlformats.org/officeDocument/2006/relationships/image" Target="../media/image55.png"/><Relationship Id="rId38" Type="http://schemas.openxmlformats.org/officeDocument/2006/relationships/customXml" Target="../ink/ink23.xml"/><Relationship Id="rId46" Type="http://schemas.openxmlformats.org/officeDocument/2006/relationships/customXml" Target="../ink/ink27.xml"/><Relationship Id="rId59" Type="http://schemas.openxmlformats.org/officeDocument/2006/relationships/image" Target="../media/image68.png"/><Relationship Id="rId67" Type="http://schemas.openxmlformats.org/officeDocument/2006/relationships/customXml" Target="../ink/ink38.xml"/><Relationship Id="rId103" Type="http://schemas.openxmlformats.org/officeDocument/2006/relationships/image" Target="../media/image89.png"/><Relationship Id="rId108" Type="http://schemas.openxmlformats.org/officeDocument/2006/relationships/customXml" Target="../ink/ink59.xml"/><Relationship Id="rId116" Type="http://schemas.openxmlformats.org/officeDocument/2006/relationships/customXml" Target="../ink/ink64.xml"/><Relationship Id="rId124" Type="http://schemas.openxmlformats.org/officeDocument/2006/relationships/image" Target="../media/image98.png"/><Relationship Id="rId20" Type="http://schemas.openxmlformats.org/officeDocument/2006/relationships/customXml" Target="../ink/ink14.xml"/><Relationship Id="rId41" Type="http://schemas.openxmlformats.org/officeDocument/2006/relationships/image" Target="../media/image59.png"/><Relationship Id="rId54" Type="http://schemas.openxmlformats.org/officeDocument/2006/relationships/customXml" Target="../ink/ink31.xml"/><Relationship Id="rId62" Type="http://schemas.openxmlformats.org/officeDocument/2006/relationships/customXml" Target="../ink/ink35.xml"/><Relationship Id="rId70" Type="http://schemas.openxmlformats.org/officeDocument/2006/relationships/image" Target="../media/image73.png"/><Relationship Id="rId75" Type="http://schemas.openxmlformats.org/officeDocument/2006/relationships/customXml" Target="../ink/ink42.xml"/><Relationship Id="rId83" Type="http://schemas.openxmlformats.org/officeDocument/2006/relationships/customXml" Target="../ink/ink46.xml"/><Relationship Id="rId88" Type="http://schemas.openxmlformats.org/officeDocument/2006/relationships/image" Target="../media/image82.png"/><Relationship Id="rId91" Type="http://schemas.openxmlformats.org/officeDocument/2006/relationships/customXml" Target="../ink/ink50.xml"/><Relationship Id="rId96" Type="http://schemas.openxmlformats.org/officeDocument/2006/relationships/customXml" Target="../ink/ink53.xml"/><Relationship Id="rId111" Type="http://schemas.openxmlformats.org/officeDocument/2006/relationships/customXml" Target="../ink/ink6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18.xml"/><Relationship Id="rId36" Type="http://schemas.openxmlformats.org/officeDocument/2006/relationships/customXml" Target="../ink/ink22.xml"/><Relationship Id="rId49" Type="http://schemas.openxmlformats.org/officeDocument/2006/relationships/image" Target="../media/image63.png"/><Relationship Id="rId57" Type="http://schemas.openxmlformats.org/officeDocument/2006/relationships/image" Target="../media/image67.png"/><Relationship Id="rId106" Type="http://schemas.openxmlformats.org/officeDocument/2006/relationships/customXml" Target="../ink/ink58.xml"/><Relationship Id="rId114" Type="http://schemas.openxmlformats.org/officeDocument/2006/relationships/customXml" Target="../ink/ink63.xml"/><Relationship Id="rId119" Type="http://schemas.openxmlformats.org/officeDocument/2006/relationships/customXml" Target="../ink/ink66.xml"/><Relationship Id="rId10" Type="http://schemas.openxmlformats.org/officeDocument/2006/relationships/customXml" Target="../ink/ink9.xml"/><Relationship Id="rId31" Type="http://schemas.openxmlformats.org/officeDocument/2006/relationships/image" Target="../media/image54.png"/><Relationship Id="rId44" Type="http://schemas.openxmlformats.org/officeDocument/2006/relationships/customXml" Target="../ink/ink26.xml"/><Relationship Id="rId52" Type="http://schemas.openxmlformats.org/officeDocument/2006/relationships/customXml" Target="../ink/ink30.xml"/><Relationship Id="rId60" Type="http://schemas.openxmlformats.org/officeDocument/2006/relationships/customXml" Target="../ink/ink34.xml"/><Relationship Id="rId65" Type="http://schemas.openxmlformats.org/officeDocument/2006/relationships/image" Target="../media/image71.png"/><Relationship Id="rId73" Type="http://schemas.openxmlformats.org/officeDocument/2006/relationships/customXml" Target="../ink/ink41.xml"/><Relationship Id="rId78" Type="http://schemas.openxmlformats.org/officeDocument/2006/relationships/image" Target="../media/image77.png"/><Relationship Id="rId81" Type="http://schemas.openxmlformats.org/officeDocument/2006/relationships/customXml" Target="../ink/ink45.xml"/><Relationship Id="rId86" Type="http://schemas.openxmlformats.org/officeDocument/2006/relationships/image" Target="../media/image81.png"/><Relationship Id="rId94" Type="http://schemas.openxmlformats.org/officeDocument/2006/relationships/customXml" Target="../ink/ink52.xml"/><Relationship Id="rId99" Type="http://schemas.openxmlformats.org/officeDocument/2006/relationships/image" Target="../media/image87.png"/><Relationship Id="rId101" Type="http://schemas.openxmlformats.org/officeDocument/2006/relationships/image" Target="../media/image88.png"/><Relationship Id="rId122" Type="http://schemas.openxmlformats.org/officeDocument/2006/relationships/image" Target="../media/image97.png"/><Relationship Id="rId4" Type="http://schemas.openxmlformats.org/officeDocument/2006/relationships/customXml" Target="../ink/ink6.xml"/><Relationship Id="rId9" Type="http://schemas.openxmlformats.org/officeDocument/2006/relationships/image" Target="../media/image43.png"/><Relationship Id="rId13" Type="http://schemas.openxmlformats.org/officeDocument/2006/relationships/image" Target="../media/image45.png"/><Relationship Id="rId18" Type="http://schemas.openxmlformats.org/officeDocument/2006/relationships/customXml" Target="../ink/ink13.xml"/><Relationship Id="rId39" Type="http://schemas.openxmlformats.org/officeDocument/2006/relationships/image" Target="../media/image58.png"/><Relationship Id="rId109" Type="http://schemas.openxmlformats.org/officeDocument/2006/relationships/customXml" Target="../ink/ink60.xml"/><Relationship Id="rId34" Type="http://schemas.openxmlformats.org/officeDocument/2006/relationships/customXml" Target="../ink/ink21.xml"/><Relationship Id="rId50" Type="http://schemas.openxmlformats.org/officeDocument/2006/relationships/customXml" Target="../ink/ink29.xml"/><Relationship Id="rId55" Type="http://schemas.openxmlformats.org/officeDocument/2006/relationships/image" Target="../media/image66.png"/><Relationship Id="rId76" Type="http://schemas.openxmlformats.org/officeDocument/2006/relationships/image" Target="../media/image76.png"/><Relationship Id="rId97" Type="http://schemas.openxmlformats.org/officeDocument/2006/relationships/image" Target="../media/image86.png"/><Relationship Id="rId104" Type="http://schemas.openxmlformats.org/officeDocument/2006/relationships/customXml" Target="../ink/ink57.xml"/><Relationship Id="rId120" Type="http://schemas.openxmlformats.org/officeDocument/2006/relationships/image" Target="../media/image96.png"/><Relationship Id="rId7" Type="http://schemas.openxmlformats.org/officeDocument/2006/relationships/image" Target="../media/image38.png"/><Relationship Id="rId71" Type="http://schemas.openxmlformats.org/officeDocument/2006/relationships/customXml" Target="../ink/ink40.xml"/><Relationship Id="rId92" Type="http://schemas.openxmlformats.org/officeDocument/2006/relationships/image" Target="../media/image84.png"/><Relationship Id="rId2" Type="http://schemas.openxmlformats.org/officeDocument/2006/relationships/customXml" Target="../ink/ink5.xml"/><Relationship Id="rId29" Type="http://schemas.openxmlformats.org/officeDocument/2006/relationships/image" Target="../media/image53.png"/><Relationship Id="rId24" Type="http://schemas.openxmlformats.org/officeDocument/2006/relationships/customXml" Target="../ink/ink16.xml"/><Relationship Id="rId40" Type="http://schemas.openxmlformats.org/officeDocument/2006/relationships/customXml" Target="../ink/ink24.xml"/><Relationship Id="rId45" Type="http://schemas.openxmlformats.org/officeDocument/2006/relationships/image" Target="../media/image61.png"/><Relationship Id="rId66" Type="http://schemas.openxmlformats.org/officeDocument/2006/relationships/customXml" Target="../ink/ink37.xml"/><Relationship Id="rId87" Type="http://schemas.openxmlformats.org/officeDocument/2006/relationships/customXml" Target="../ink/ink48.xml"/><Relationship Id="rId110" Type="http://schemas.openxmlformats.org/officeDocument/2006/relationships/image" Target="../media/image92.png"/><Relationship Id="rId115" Type="http://schemas.openxmlformats.org/officeDocument/2006/relationships/image" Target="../media/image94.png"/></Relationships>
</file>

<file path=ppt/slides/_rels/slide5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2.xml"/><Relationship Id="rId117" Type="http://schemas.openxmlformats.org/officeDocument/2006/relationships/image" Target="../media/image154.png"/><Relationship Id="rId21" Type="http://schemas.openxmlformats.org/officeDocument/2006/relationships/image" Target="../media/image106.png"/><Relationship Id="rId42" Type="http://schemas.openxmlformats.org/officeDocument/2006/relationships/customXml" Target="../ink/ink90.xml"/><Relationship Id="rId47" Type="http://schemas.openxmlformats.org/officeDocument/2006/relationships/image" Target="../media/image119.png"/><Relationship Id="rId63" Type="http://schemas.openxmlformats.org/officeDocument/2006/relationships/image" Target="../media/image127.png"/><Relationship Id="rId68" Type="http://schemas.openxmlformats.org/officeDocument/2006/relationships/customXml" Target="../ink/ink103.xml"/><Relationship Id="rId84" Type="http://schemas.openxmlformats.org/officeDocument/2006/relationships/customXml" Target="../ink/ink111.xml"/><Relationship Id="rId89" Type="http://schemas.openxmlformats.org/officeDocument/2006/relationships/image" Target="../media/image140.png"/><Relationship Id="rId112" Type="http://schemas.openxmlformats.org/officeDocument/2006/relationships/customXml" Target="../ink/ink125.xml"/><Relationship Id="rId133" Type="http://schemas.openxmlformats.org/officeDocument/2006/relationships/image" Target="../media/image162.png"/><Relationship Id="rId138" Type="http://schemas.openxmlformats.org/officeDocument/2006/relationships/customXml" Target="../ink/ink138.xml"/><Relationship Id="rId16" Type="http://schemas.openxmlformats.org/officeDocument/2006/relationships/customXml" Target="../ink/ink77.xml"/><Relationship Id="rId107" Type="http://schemas.openxmlformats.org/officeDocument/2006/relationships/image" Target="../media/image149.png"/><Relationship Id="rId11" Type="http://schemas.openxmlformats.org/officeDocument/2006/relationships/image" Target="../media/image101.png"/><Relationship Id="rId32" Type="http://schemas.openxmlformats.org/officeDocument/2006/relationships/customXml" Target="../ink/ink85.xml"/><Relationship Id="rId37" Type="http://schemas.openxmlformats.org/officeDocument/2006/relationships/image" Target="../media/image114.png"/><Relationship Id="rId53" Type="http://schemas.openxmlformats.org/officeDocument/2006/relationships/image" Target="../media/image122.png"/><Relationship Id="rId58" Type="http://schemas.openxmlformats.org/officeDocument/2006/relationships/customXml" Target="../ink/ink98.xml"/><Relationship Id="rId74" Type="http://schemas.openxmlformats.org/officeDocument/2006/relationships/customXml" Target="../ink/ink106.xml"/><Relationship Id="rId79" Type="http://schemas.openxmlformats.org/officeDocument/2006/relationships/image" Target="../media/image135.png"/><Relationship Id="rId102" Type="http://schemas.openxmlformats.org/officeDocument/2006/relationships/customXml" Target="../ink/ink120.xml"/><Relationship Id="rId123" Type="http://schemas.openxmlformats.org/officeDocument/2006/relationships/image" Target="../media/image157.png"/><Relationship Id="rId128" Type="http://schemas.openxmlformats.org/officeDocument/2006/relationships/customXml" Target="../ink/ink133.xml"/><Relationship Id="rId144" Type="http://schemas.openxmlformats.org/officeDocument/2006/relationships/customXml" Target="../ink/ink141.xml"/><Relationship Id="rId149" Type="http://schemas.openxmlformats.org/officeDocument/2006/relationships/image" Target="../media/image170.png"/><Relationship Id="rId5" Type="http://schemas.openxmlformats.org/officeDocument/2006/relationships/image" Target="../media/image38.png"/><Relationship Id="rId90" Type="http://schemas.openxmlformats.org/officeDocument/2006/relationships/customXml" Target="../ink/ink114.xml"/><Relationship Id="rId95" Type="http://schemas.openxmlformats.org/officeDocument/2006/relationships/image" Target="../media/image143.png"/><Relationship Id="rId22" Type="http://schemas.openxmlformats.org/officeDocument/2006/relationships/customXml" Target="../ink/ink80.xml"/><Relationship Id="rId27" Type="http://schemas.openxmlformats.org/officeDocument/2006/relationships/image" Target="../media/image109.png"/><Relationship Id="rId43" Type="http://schemas.openxmlformats.org/officeDocument/2006/relationships/image" Target="../media/image117.png"/><Relationship Id="rId48" Type="http://schemas.openxmlformats.org/officeDocument/2006/relationships/customXml" Target="../ink/ink93.xml"/><Relationship Id="rId64" Type="http://schemas.openxmlformats.org/officeDocument/2006/relationships/customXml" Target="../ink/ink101.xml"/><Relationship Id="rId69" Type="http://schemas.openxmlformats.org/officeDocument/2006/relationships/image" Target="../media/image130.png"/><Relationship Id="rId113" Type="http://schemas.openxmlformats.org/officeDocument/2006/relationships/image" Target="../media/image152.png"/><Relationship Id="rId118" Type="http://schemas.openxmlformats.org/officeDocument/2006/relationships/customXml" Target="../ink/ink128.xml"/><Relationship Id="rId134" Type="http://schemas.openxmlformats.org/officeDocument/2006/relationships/customXml" Target="../ink/ink136.xml"/><Relationship Id="rId139" Type="http://schemas.openxmlformats.org/officeDocument/2006/relationships/image" Target="../media/image165.png"/><Relationship Id="rId80" Type="http://schemas.openxmlformats.org/officeDocument/2006/relationships/customXml" Target="../ink/ink109.xml"/><Relationship Id="rId85" Type="http://schemas.openxmlformats.org/officeDocument/2006/relationships/image" Target="../media/image138.png"/><Relationship Id="rId150" Type="http://schemas.openxmlformats.org/officeDocument/2006/relationships/customXml" Target="../ink/ink144.xml"/><Relationship Id="rId12" Type="http://schemas.openxmlformats.org/officeDocument/2006/relationships/customXml" Target="../ink/ink75.xml"/><Relationship Id="rId17" Type="http://schemas.openxmlformats.org/officeDocument/2006/relationships/image" Target="../media/image104.png"/><Relationship Id="rId25" Type="http://schemas.openxmlformats.org/officeDocument/2006/relationships/image" Target="../media/image108.png"/><Relationship Id="rId33" Type="http://schemas.openxmlformats.org/officeDocument/2006/relationships/image" Target="../media/image112.png"/><Relationship Id="rId38" Type="http://schemas.openxmlformats.org/officeDocument/2006/relationships/customXml" Target="../ink/ink88.xml"/><Relationship Id="rId46" Type="http://schemas.openxmlformats.org/officeDocument/2006/relationships/customXml" Target="../ink/ink92.xml"/><Relationship Id="rId59" Type="http://schemas.openxmlformats.org/officeDocument/2006/relationships/image" Target="../media/image125.png"/><Relationship Id="rId67" Type="http://schemas.openxmlformats.org/officeDocument/2006/relationships/image" Target="../media/image129.png"/><Relationship Id="rId103" Type="http://schemas.openxmlformats.org/officeDocument/2006/relationships/image" Target="../media/image147.png"/><Relationship Id="rId108" Type="http://schemas.openxmlformats.org/officeDocument/2006/relationships/customXml" Target="../ink/ink123.xml"/><Relationship Id="rId116" Type="http://schemas.openxmlformats.org/officeDocument/2006/relationships/customXml" Target="../ink/ink127.xml"/><Relationship Id="rId124" Type="http://schemas.openxmlformats.org/officeDocument/2006/relationships/customXml" Target="../ink/ink131.xml"/><Relationship Id="rId129" Type="http://schemas.openxmlformats.org/officeDocument/2006/relationships/image" Target="../media/image160.png"/><Relationship Id="rId137" Type="http://schemas.openxmlformats.org/officeDocument/2006/relationships/image" Target="../media/image164.png"/><Relationship Id="rId20" Type="http://schemas.openxmlformats.org/officeDocument/2006/relationships/customXml" Target="../ink/ink79.xml"/><Relationship Id="rId41" Type="http://schemas.openxmlformats.org/officeDocument/2006/relationships/image" Target="../media/image116.png"/><Relationship Id="rId54" Type="http://schemas.openxmlformats.org/officeDocument/2006/relationships/customXml" Target="../ink/ink96.xml"/><Relationship Id="rId62" Type="http://schemas.openxmlformats.org/officeDocument/2006/relationships/customXml" Target="../ink/ink100.xml"/><Relationship Id="rId70" Type="http://schemas.openxmlformats.org/officeDocument/2006/relationships/customXml" Target="../ink/ink104.xml"/><Relationship Id="rId75" Type="http://schemas.openxmlformats.org/officeDocument/2006/relationships/image" Target="../media/image133.png"/><Relationship Id="rId83" Type="http://schemas.openxmlformats.org/officeDocument/2006/relationships/image" Target="../media/image137.png"/><Relationship Id="rId88" Type="http://schemas.openxmlformats.org/officeDocument/2006/relationships/customXml" Target="../ink/ink113.xml"/><Relationship Id="rId91" Type="http://schemas.openxmlformats.org/officeDocument/2006/relationships/image" Target="../media/image141.png"/><Relationship Id="rId96" Type="http://schemas.openxmlformats.org/officeDocument/2006/relationships/customXml" Target="../ink/ink117.xml"/><Relationship Id="rId111" Type="http://schemas.openxmlformats.org/officeDocument/2006/relationships/image" Target="../media/image151.png"/><Relationship Id="rId132" Type="http://schemas.openxmlformats.org/officeDocument/2006/relationships/customXml" Target="../ink/ink135.xml"/><Relationship Id="rId140" Type="http://schemas.openxmlformats.org/officeDocument/2006/relationships/customXml" Target="../ink/ink139.xml"/><Relationship Id="rId145" Type="http://schemas.openxmlformats.org/officeDocument/2006/relationships/image" Target="../media/image168.png"/><Relationship Id="rId153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1.xml"/><Relationship Id="rId15" Type="http://schemas.openxmlformats.org/officeDocument/2006/relationships/image" Target="../media/image103.png"/><Relationship Id="rId23" Type="http://schemas.openxmlformats.org/officeDocument/2006/relationships/image" Target="../media/image107.png"/><Relationship Id="rId28" Type="http://schemas.openxmlformats.org/officeDocument/2006/relationships/customXml" Target="../ink/ink83.xml"/><Relationship Id="rId36" Type="http://schemas.openxmlformats.org/officeDocument/2006/relationships/customXml" Target="../ink/ink87.xml"/><Relationship Id="rId49" Type="http://schemas.openxmlformats.org/officeDocument/2006/relationships/image" Target="../media/image120.png"/><Relationship Id="rId57" Type="http://schemas.openxmlformats.org/officeDocument/2006/relationships/image" Target="../media/image124.png"/><Relationship Id="rId106" Type="http://schemas.openxmlformats.org/officeDocument/2006/relationships/customXml" Target="../ink/ink122.xml"/><Relationship Id="rId114" Type="http://schemas.openxmlformats.org/officeDocument/2006/relationships/customXml" Target="../ink/ink126.xml"/><Relationship Id="rId119" Type="http://schemas.openxmlformats.org/officeDocument/2006/relationships/image" Target="../media/image155.png"/><Relationship Id="rId127" Type="http://schemas.openxmlformats.org/officeDocument/2006/relationships/image" Target="../media/image159.png"/><Relationship Id="rId10" Type="http://schemas.openxmlformats.org/officeDocument/2006/relationships/customXml" Target="../ink/ink74.xml"/><Relationship Id="rId31" Type="http://schemas.openxmlformats.org/officeDocument/2006/relationships/image" Target="../media/image111.png"/><Relationship Id="rId44" Type="http://schemas.openxmlformats.org/officeDocument/2006/relationships/customXml" Target="../ink/ink91.xml"/><Relationship Id="rId52" Type="http://schemas.openxmlformats.org/officeDocument/2006/relationships/customXml" Target="../ink/ink95.xml"/><Relationship Id="rId60" Type="http://schemas.openxmlformats.org/officeDocument/2006/relationships/customXml" Target="../ink/ink99.xml"/><Relationship Id="rId65" Type="http://schemas.openxmlformats.org/officeDocument/2006/relationships/image" Target="../media/image128.png"/><Relationship Id="rId73" Type="http://schemas.openxmlformats.org/officeDocument/2006/relationships/image" Target="../media/image132.png"/><Relationship Id="rId78" Type="http://schemas.openxmlformats.org/officeDocument/2006/relationships/customXml" Target="../ink/ink108.xml"/><Relationship Id="rId81" Type="http://schemas.openxmlformats.org/officeDocument/2006/relationships/image" Target="../media/image136.png"/><Relationship Id="rId86" Type="http://schemas.openxmlformats.org/officeDocument/2006/relationships/customXml" Target="../ink/ink112.xml"/><Relationship Id="rId94" Type="http://schemas.openxmlformats.org/officeDocument/2006/relationships/customXml" Target="../ink/ink116.xml"/><Relationship Id="rId99" Type="http://schemas.openxmlformats.org/officeDocument/2006/relationships/image" Target="../media/image145.png"/><Relationship Id="rId101" Type="http://schemas.openxmlformats.org/officeDocument/2006/relationships/image" Target="../media/image146.png"/><Relationship Id="rId122" Type="http://schemas.openxmlformats.org/officeDocument/2006/relationships/customXml" Target="../ink/ink130.xml"/><Relationship Id="rId130" Type="http://schemas.openxmlformats.org/officeDocument/2006/relationships/customXml" Target="../ink/ink134.xml"/><Relationship Id="rId135" Type="http://schemas.openxmlformats.org/officeDocument/2006/relationships/image" Target="../media/image163.png"/><Relationship Id="rId143" Type="http://schemas.openxmlformats.org/officeDocument/2006/relationships/image" Target="../media/image167.png"/><Relationship Id="rId148" Type="http://schemas.openxmlformats.org/officeDocument/2006/relationships/customXml" Target="../ink/ink143.xml"/><Relationship Id="rId151" Type="http://schemas.openxmlformats.org/officeDocument/2006/relationships/image" Target="../media/image171.png"/><Relationship Id="rId4" Type="http://schemas.openxmlformats.org/officeDocument/2006/relationships/customXml" Target="../ink/ink70.xml"/><Relationship Id="rId9" Type="http://schemas.openxmlformats.org/officeDocument/2006/relationships/image" Target="../media/image100.png"/><Relationship Id="rId13" Type="http://schemas.openxmlformats.org/officeDocument/2006/relationships/image" Target="../media/image102.png"/><Relationship Id="rId18" Type="http://schemas.openxmlformats.org/officeDocument/2006/relationships/customXml" Target="../ink/ink78.xml"/><Relationship Id="rId39" Type="http://schemas.openxmlformats.org/officeDocument/2006/relationships/image" Target="../media/image115.png"/><Relationship Id="rId109" Type="http://schemas.openxmlformats.org/officeDocument/2006/relationships/image" Target="../media/image150.png"/><Relationship Id="rId34" Type="http://schemas.openxmlformats.org/officeDocument/2006/relationships/customXml" Target="../ink/ink86.xml"/><Relationship Id="rId50" Type="http://schemas.openxmlformats.org/officeDocument/2006/relationships/customXml" Target="../ink/ink94.xml"/><Relationship Id="rId55" Type="http://schemas.openxmlformats.org/officeDocument/2006/relationships/image" Target="../media/image123.png"/><Relationship Id="rId76" Type="http://schemas.openxmlformats.org/officeDocument/2006/relationships/customXml" Target="../ink/ink107.xml"/><Relationship Id="rId97" Type="http://schemas.openxmlformats.org/officeDocument/2006/relationships/image" Target="../media/image144.png"/><Relationship Id="rId104" Type="http://schemas.openxmlformats.org/officeDocument/2006/relationships/customXml" Target="../ink/ink121.xml"/><Relationship Id="rId120" Type="http://schemas.openxmlformats.org/officeDocument/2006/relationships/customXml" Target="../ink/ink129.xml"/><Relationship Id="rId125" Type="http://schemas.openxmlformats.org/officeDocument/2006/relationships/image" Target="../media/image158.png"/><Relationship Id="rId141" Type="http://schemas.openxmlformats.org/officeDocument/2006/relationships/image" Target="../media/image166.png"/><Relationship Id="rId146" Type="http://schemas.openxmlformats.org/officeDocument/2006/relationships/customXml" Target="../ink/ink142.xml"/><Relationship Id="rId7" Type="http://schemas.openxmlformats.org/officeDocument/2006/relationships/customXml" Target="../ink/ink72.xml"/><Relationship Id="rId71" Type="http://schemas.openxmlformats.org/officeDocument/2006/relationships/image" Target="../media/image131.png"/><Relationship Id="rId92" Type="http://schemas.openxmlformats.org/officeDocument/2006/relationships/customXml" Target="../ink/ink115.xml"/><Relationship Id="rId2" Type="http://schemas.openxmlformats.org/officeDocument/2006/relationships/customXml" Target="../ink/ink69.xml"/><Relationship Id="rId29" Type="http://schemas.openxmlformats.org/officeDocument/2006/relationships/image" Target="../media/image110.png"/><Relationship Id="rId24" Type="http://schemas.openxmlformats.org/officeDocument/2006/relationships/customXml" Target="../ink/ink81.xml"/><Relationship Id="rId40" Type="http://schemas.openxmlformats.org/officeDocument/2006/relationships/customXml" Target="../ink/ink89.xml"/><Relationship Id="rId45" Type="http://schemas.openxmlformats.org/officeDocument/2006/relationships/image" Target="../media/image118.png"/><Relationship Id="rId66" Type="http://schemas.openxmlformats.org/officeDocument/2006/relationships/customXml" Target="../ink/ink102.xml"/><Relationship Id="rId87" Type="http://schemas.openxmlformats.org/officeDocument/2006/relationships/image" Target="../media/image139.png"/><Relationship Id="rId110" Type="http://schemas.openxmlformats.org/officeDocument/2006/relationships/customXml" Target="../ink/ink124.xml"/><Relationship Id="rId115" Type="http://schemas.openxmlformats.org/officeDocument/2006/relationships/image" Target="../media/image153.png"/><Relationship Id="rId131" Type="http://schemas.openxmlformats.org/officeDocument/2006/relationships/image" Target="../media/image161.png"/><Relationship Id="rId136" Type="http://schemas.openxmlformats.org/officeDocument/2006/relationships/customXml" Target="../ink/ink137.xml"/><Relationship Id="rId61" Type="http://schemas.openxmlformats.org/officeDocument/2006/relationships/image" Target="../media/image126.png"/><Relationship Id="rId82" Type="http://schemas.openxmlformats.org/officeDocument/2006/relationships/customXml" Target="../ink/ink110.xml"/><Relationship Id="rId152" Type="http://schemas.openxmlformats.org/officeDocument/2006/relationships/customXml" Target="../ink/ink145.xml"/><Relationship Id="rId19" Type="http://schemas.openxmlformats.org/officeDocument/2006/relationships/image" Target="../media/image105.png"/><Relationship Id="rId14" Type="http://schemas.openxmlformats.org/officeDocument/2006/relationships/customXml" Target="../ink/ink76.xml"/><Relationship Id="rId30" Type="http://schemas.openxmlformats.org/officeDocument/2006/relationships/customXml" Target="../ink/ink84.xml"/><Relationship Id="rId35" Type="http://schemas.openxmlformats.org/officeDocument/2006/relationships/image" Target="../media/image113.png"/><Relationship Id="rId56" Type="http://schemas.openxmlformats.org/officeDocument/2006/relationships/customXml" Target="../ink/ink97.xml"/><Relationship Id="rId77" Type="http://schemas.openxmlformats.org/officeDocument/2006/relationships/image" Target="../media/image134.png"/><Relationship Id="rId100" Type="http://schemas.openxmlformats.org/officeDocument/2006/relationships/customXml" Target="../ink/ink119.xml"/><Relationship Id="rId105" Type="http://schemas.openxmlformats.org/officeDocument/2006/relationships/image" Target="../media/image148.png"/><Relationship Id="rId126" Type="http://schemas.openxmlformats.org/officeDocument/2006/relationships/customXml" Target="../ink/ink132.xml"/><Relationship Id="rId147" Type="http://schemas.openxmlformats.org/officeDocument/2006/relationships/image" Target="../media/image169.png"/><Relationship Id="rId8" Type="http://schemas.openxmlformats.org/officeDocument/2006/relationships/customXml" Target="../ink/ink73.xml"/><Relationship Id="rId51" Type="http://schemas.openxmlformats.org/officeDocument/2006/relationships/image" Target="../media/image121.png"/><Relationship Id="rId72" Type="http://schemas.openxmlformats.org/officeDocument/2006/relationships/customXml" Target="../ink/ink105.xml"/><Relationship Id="rId93" Type="http://schemas.openxmlformats.org/officeDocument/2006/relationships/image" Target="../media/image142.png"/><Relationship Id="rId98" Type="http://schemas.openxmlformats.org/officeDocument/2006/relationships/customXml" Target="../ink/ink118.xml"/><Relationship Id="rId121" Type="http://schemas.openxmlformats.org/officeDocument/2006/relationships/image" Target="../media/image156.png"/><Relationship Id="rId142" Type="http://schemas.openxmlformats.org/officeDocument/2006/relationships/customXml" Target="../ink/ink140.xml"/><Relationship Id="rId3" Type="http://schemas.openxmlformats.org/officeDocument/2006/relationships/image" Target="../media/image9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8.png"/><Relationship Id="rId5" Type="http://schemas.openxmlformats.org/officeDocument/2006/relationships/customXml" Target="../ink/ink146.xml"/><Relationship Id="rId4" Type="http://schemas.openxmlformats.org/officeDocument/2006/relationships/image" Target="../media/image177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image" Target="../media/image179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8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CSC 101 – Introduction to ICT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02 (Morley Ch 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086600" cy="7360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700" spc="-495" dirty="0">
                <a:latin typeface="Calibri" pitchFamily="34" charset="0"/>
              </a:rPr>
              <a:t>Outline</a:t>
            </a:r>
            <a:endParaRPr sz="4700" spc="-495" dirty="0">
              <a:latin typeface="Calibri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8460" cy="459292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How Computer Process Data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Central Processing Unit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Control Unit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Arithmetic &amp; Logic Unit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System Clock &amp; Machine Cycle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Memory 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Volatile &amp; Non-Volatile, Flash Memory, Registers, Cache Memory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Bus &amp; Types, and Ports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14655"/>
            <a:ext cx="8305799" cy="7059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lang="en-US" spc="-405" dirty="0"/>
              <a:t> </a:t>
            </a:r>
            <a:r>
              <a:rPr spc="-360"/>
              <a:t>and </a:t>
            </a:r>
            <a:r>
              <a:rPr lang="en-US" spc="-360" dirty="0"/>
              <a:t> </a:t>
            </a:r>
            <a:r>
              <a:rPr spc="-375"/>
              <a:t>Program</a:t>
            </a:r>
            <a:r>
              <a:rPr spc="150"/>
              <a:t> </a:t>
            </a:r>
            <a:r>
              <a:rPr spc="-400"/>
              <a:t>Representation</a:t>
            </a:r>
            <a:r>
              <a:rPr lang="en-US" spc="-400" dirty="0"/>
              <a:t> </a:t>
            </a:r>
            <a:endParaRPr spc="-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3552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Coding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in 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manner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only </a:t>
            </a:r>
            <a:r>
              <a:rPr sz="2400" spc="-10" dirty="0">
                <a:latin typeface="Carlito"/>
                <a:cs typeface="Carlito"/>
              </a:rPr>
              <a:t>understand two </a:t>
            </a:r>
            <a:r>
              <a:rPr sz="2400" spc="-15" dirty="0">
                <a:latin typeface="Carlito"/>
                <a:cs typeface="Carlito"/>
              </a:rPr>
              <a:t>states, off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on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(0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1)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Representation</a:t>
            </a:r>
            <a:endParaRPr sz="2400">
              <a:latin typeface="Carlito"/>
              <a:cs typeface="Carlito"/>
            </a:endParaRPr>
          </a:p>
          <a:p>
            <a:pPr marL="1155700" marR="236855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representing 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0" dirty="0">
                <a:latin typeface="Carlito"/>
                <a:cs typeface="Carlito"/>
              </a:rPr>
              <a:t>can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0126" y="4797145"/>
            <a:ext cx="3364229" cy="15354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36332" y="3284982"/>
            <a:ext cx="1440861" cy="1330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2651"/>
            <a:ext cx="762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/>
              <a:t>Digital </a:t>
            </a:r>
            <a:r>
              <a:rPr lang="en-US" sz="3600" spc="-360" dirty="0"/>
              <a:t> </a:t>
            </a:r>
            <a:r>
              <a:rPr sz="3600" spc="-455"/>
              <a:t>Data</a:t>
            </a:r>
            <a:r>
              <a:rPr sz="3600" spc="-114"/>
              <a:t> </a:t>
            </a:r>
            <a:r>
              <a:rPr lang="en-US" sz="3600" spc="-114" dirty="0"/>
              <a:t> </a:t>
            </a:r>
            <a:r>
              <a:rPr sz="3600" spc="-445"/>
              <a:t>Representation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364730" cy="434276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Bit</a:t>
            </a:r>
            <a:endParaRPr sz="2400">
              <a:latin typeface="Carlito"/>
              <a:cs typeface="Carlito"/>
            </a:endParaRPr>
          </a:p>
          <a:p>
            <a:pPr marL="697865" marR="2825750" lvl="1" indent="-228600" algn="just">
              <a:lnSpc>
                <a:spcPct val="901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smallest </a:t>
            </a:r>
            <a:r>
              <a:rPr sz="2400" spc="-5" dirty="0">
                <a:latin typeface="Carlito"/>
                <a:cs typeface="Carlito"/>
              </a:rPr>
              <a:t>unit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binary </a:t>
            </a:r>
            <a:r>
              <a:rPr sz="2400" spc="-10" dirty="0">
                <a:latin typeface="Carlito"/>
                <a:cs typeface="Carlito"/>
              </a:rPr>
              <a:t>computer can </a:t>
            </a:r>
            <a:r>
              <a:rPr sz="2400" spc="-20" dirty="0">
                <a:latin typeface="Carlito"/>
                <a:cs typeface="Carlito"/>
              </a:rPr>
              <a:t>recognize  </a:t>
            </a:r>
            <a:r>
              <a:rPr sz="2400" spc="-5" dirty="0">
                <a:latin typeface="Carlito"/>
                <a:cs typeface="Carlito"/>
              </a:rPr>
              <a:t>(a single </a:t>
            </a:r>
            <a:r>
              <a:rPr sz="2400" dirty="0">
                <a:latin typeface="Carlito"/>
                <a:cs typeface="Carlito"/>
              </a:rPr>
              <a:t>1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0)</a:t>
            </a:r>
            <a:endParaRPr sz="2400">
              <a:latin typeface="Carlito"/>
              <a:cs typeface="Carlito"/>
            </a:endParaRPr>
          </a:p>
          <a:p>
            <a:pPr marL="299085" indent="-287020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dirty="0">
                <a:latin typeface="Carlito"/>
                <a:cs typeface="Carlito"/>
              </a:rPr>
              <a:t>= 8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bits</a:t>
            </a:r>
            <a:endParaRPr sz="2400">
              <a:latin typeface="Carlito"/>
              <a:cs typeface="Carlito"/>
            </a:endParaRPr>
          </a:p>
          <a:p>
            <a:pPr marL="697865" marR="2549525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Byte </a:t>
            </a:r>
            <a:r>
              <a:rPr sz="2400" spc="-5" dirty="0">
                <a:latin typeface="Carlito"/>
                <a:cs typeface="Carlito"/>
              </a:rPr>
              <a:t>terminology used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express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size </a:t>
            </a:r>
            <a:r>
              <a:rPr sz="2400" spc="-5" dirty="0">
                <a:latin typeface="Carlito"/>
                <a:cs typeface="Carlito"/>
              </a:rPr>
              <a:t>of documents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files, </a:t>
            </a:r>
            <a:r>
              <a:rPr sz="2400" spc="-15" dirty="0">
                <a:latin typeface="Carlito"/>
                <a:cs typeface="Carlito"/>
              </a:rPr>
              <a:t>programs,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299085" marR="5080" indent="-287020">
              <a:lnSpc>
                <a:spcPct val="90000"/>
              </a:lnSpc>
              <a:spcBef>
                <a:spcPts val="54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20" dirty="0">
                <a:latin typeface="Carlito"/>
                <a:cs typeface="Carlito"/>
              </a:rPr>
              <a:t>Prefixes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express larger </a:t>
            </a:r>
            <a:r>
              <a:rPr sz="2400" spc="-5" dirty="0">
                <a:latin typeface="Carlito"/>
                <a:cs typeface="Carlito"/>
              </a:rPr>
              <a:t>quantities of  bytes: kilobyte (KB), </a:t>
            </a:r>
            <a:r>
              <a:rPr sz="2400" spc="-10" dirty="0">
                <a:latin typeface="Carlito"/>
                <a:cs typeface="Carlito"/>
              </a:rPr>
              <a:t>megabyte </a:t>
            </a:r>
            <a:r>
              <a:rPr sz="2400" spc="-5" dirty="0">
                <a:latin typeface="Carlito"/>
                <a:cs typeface="Carlito"/>
              </a:rPr>
              <a:t>(MB), </a:t>
            </a:r>
            <a:r>
              <a:rPr sz="2400" spc="-10" dirty="0">
                <a:latin typeface="Carlito"/>
                <a:cs typeface="Carlito"/>
              </a:rPr>
              <a:t>gigabyte </a:t>
            </a:r>
            <a:r>
              <a:rPr sz="2400" spc="-5" dirty="0">
                <a:latin typeface="Carlito"/>
                <a:cs typeface="Carlito"/>
              </a:rPr>
              <a:t>(GB),  </a:t>
            </a:r>
            <a:r>
              <a:rPr sz="2400" spc="-15" dirty="0">
                <a:latin typeface="Carlito"/>
                <a:cs typeface="Carlito"/>
              </a:rPr>
              <a:t>terabyte </a:t>
            </a:r>
            <a:r>
              <a:rPr sz="2400" spc="-5" dirty="0">
                <a:latin typeface="Carlito"/>
                <a:cs typeface="Carlito"/>
              </a:rPr>
              <a:t>(TB), </a:t>
            </a:r>
            <a:r>
              <a:rPr sz="2400" spc="-10" dirty="0">
                <a:latin typeface="Carlito"/>
                <a:cs typeface="Carlito"/>
              </a:rPr>
              <a:t>petabyte </a:t>
            </a:r>
            <a:r>
              <a:rPr sz="2400" spc="-5" dirty="0">
                <a:latin typeface="Carlito"/>
                <a:cs typeface="Carlito"/>
              </a:rPr>
              <a:t>(PB), </a:t>
            </a:r>
            <a:r>
              <a:rPr sz="2400" spc="-15" dirty="0">
                <a:latin typeface="Carlito"/>
                <a:cs typeface="Carlito"/>
              </a:rPr>
              <a:t>exabyte </a:t>
            </a:r>
            <a:r>
              <a:rPr sz="2400" dirty="0">
                <a:latin typeface="Carlito"/>
                <a:cs typeface="Carlito"/>
              </a:rPr>
              <a:t>(EB), </a:t>
            </a:r>
            <a:r>
              <a:rPr sz="2400" spc="-20" dirty="0">
                <a:latin typeface="Carlito"/>
                <a:cs typeface="Carlito"/>
              </a:rPr>
              <a:t>zettabyte </a:t>
            </a:r>
            <a:r>
              <a:rPr sz="2400" dirty="0">
                <a:latin typeface="Carlito"/>
                <a:cs typeface="Carlito"/>
              </a:rPr>
              <a:t>(ZB),  </a:t>
            </a:r>
            <a:r>
              <a:rPr sz="2400" spc="-15" dirty="0">
                <a:latin typeface="Carlito"/>
                <a:cs typeface="Carlito"/>
              </a:rPr>
              <a:t>yottabyte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(YB).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68582" y="3349109"/>
            <a:ext cx="1843151" cy="2834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97635" y="1737059"/>
            <a:ext cx="1108709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94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50" dirty="0"/>
              <a:t>Numerical</a:t>
            </a:r>
            <a:r>
              <a:rPr sz="3600" spc="-15" dirty="0"/>
              <a:t> </a:t>
            </a:r>
            <a:r>
              <a:rPr sz="3600" spc="-455" dirty="0"/>
              <a:t>Data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33384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Binary Numbering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Numbering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way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representing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numbers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Decimal numbering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228600" marR="4181475" lvl="2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10 </a:t>
            </a:r>
            <a:r>
              <a:rPr sz="2400" spc="-10" dirty="0">
                <a:latin typeface="Carlito"/>
                <a:cs typeface="Carlito"/>
              </a:rPr>
              <a:t>symbols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(0-9)</a:t>
            </a:r>
            <a:endParaRPr sz="2400">
              <a:latin typeface="Carlito"/>
              <a:cs typeface="Carlito"/>
            </a:endParaRPr>
          </a:p>
          <a:p>
            <a:pPr marL="756285" marR="4133215" lvl="1" indent="-756920" algn="r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Binary </a:t>
            </a:r>
            <a:r>
              <a:rPr sz="2400" spc="-5" dirty="0">
                <a:latin typeface="Carlito"/>
                <a:cs typeface="Carlito"/>
              </a:rPr>
              <a:t>numbering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marR="95567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Uses only </a:t>
            </a:r>
            <a:r>
              <a:rPr sz="2400" spc="-10" dirty="0">
                <a:latin typeface="Carlito"/>
                <a:cs typeface="Carlito"/>
              </a:rPr>
              <a:t>two symbols </a:t>
            </a:r>
            <a:r>
              <a:rPr sz="2400" spc="-5" dirty="0">
                <a:latin typeface="Carlito"/>
                <a:cs typeface="Carlito"/>
              </a:rPr>
              <a:t>(1 </a:t>
            </a:r>
            <a:r>
              <a:rPr sz="2400" dirty="0">
                <a:latin typeface="Carlito"/>
                <a:cs typeface="Carlito"/>
              </a:rPr>
              <a:t>and 0)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all  </a:t>
            </a:r>
            <a:r>
              <a:rPr sz="2400" spc="-5" dirty="0">
                <a:latin typeface="Carlito"/>
                <a:cs typeface="Carlito"/>
              </a:rPr>
              <a:t>possible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numbers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both </a:t>
            </a:r>
            <a:r>
              <a:rPr sz="2400" spc="-20" dirty="0">
                <a:latin typeface="Carlito"/>
                <a:cs typeface="Carlito"/>
              </a:rPr>
              <a:t>systems,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position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digits determines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power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which the </a:t>
            </a:r>
            <a:r>
              <a:rPr sz="2400" spc="-5" dirty="0">
                <a:latin typeface="Carlito"/>
                <a:cs typeface="Carlito"/>
              </a:rPr>
              <a:t>base number (such </a:t>
            </a:r>
            <a:r>
              <a:rPr sz="2400" dirty="0">
                <a:latin typeface="Carlito"/>
                <a:cs typeface="Carlito"/>
              </a:rPr>
              <a:t>as 10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2) is</a:t>
            </a:r>
            <a:r>
              <a:rPr sz="2400" spc="-1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raised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940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50" dirty="0"/>
              <a:t>Numerical</a:t>
            </a:r>
            <a:r>
              <a:rPr sz="3600" spc="-15" dirty="0"/>
              <a:t> </a:t>
            </a:r>
            <a:r>
              <a:rPr sz="3600" spc="-455" dirty="0"/>
              <a:t>Data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099921" y="1796059"/>
            <a:ext cx="6000749" cy="4425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36332" y="1772792"/>
            <a:ext cx="1087577" cy="775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8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4" dirty="0"/>
              <a:t>Text-Based</a:t>
            </a:r>
            <a:r>
              <a:rPr spc="-285" dirty="0"/>
              <a:t>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665"/>
            <a:ext cx="4769485" cy="317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144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ASCII </a:t>
            </a:r>
            <a:r>
              <a:rPr sz="2400" spc="-5" dirty="0">
                <a:latin typeface="Carlito"/>
                <a:cs typeface="Carlito"/>
              </a:rPr>
              <a:t>(American </a:t>
            </a: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Code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Interchange)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Coding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traditionally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 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355600" marR="432434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EBCDIC (Extended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Binary-Coded  </a:t>
            </a:r>
            <a:r>
              <a:rPr sz="2400" spc="-5" dirty="0">
                <a:latin typeface="Carlito"/>
                <a:cs typeface="Carlito"/>
              </a:rPr>
              <a:t>Decimal </a:t>
            </a:r>
            <a:r>
              <a:rPr sz="2400" spc="-15" dirty="0">
                <a:latin typeface="Carlito"/>
                <a:cs typeface="Carlito"/>
              </a:rPr>
              <a:t>Interchange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Code)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5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IBM, </a:t>
            </a:r>
            <a:r>
              <a:rPr sz="2400" spc="-5" dirty="0">
                <a:latin typeface="Carlito"/>
                <a:cs typeface="Carlito"/>
              </a:rPr>
              <a:t>primarily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mainframes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08116" y="1767039"/>
            <a:ext cx="2862580" cy="4639945"/>
            <a:chOff x="5508116" y="1767039"/>
            <a:chExt cx="2862580" cy="4639945"/>
          </a:xfrm>
        </p:grpSpPr>
        <p:sp>
          <p:nvSpPr>
            <p:cNvPr id="5" name="object 5"/>
            <p:cNvSpPr/>
            <p:nvPr/>
          </p:nvSpPr>
          <p:spPr>
            <a:xfrm>
              <a:off x="5508116" y="1767039"/>
              <a:ext cx="2862072" cy="42793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0215" y="5949276"/>
              <a:ext cx="1219199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548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34" dirty="0"/>
              <a:t>Text-Based</a:t>
            </a:r>
            <a:r>
              <a:rPr spc="-285" dirty="0"/>
              <a:t>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56170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Unicode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Newer code </a:t>
            </a:r>
            <a:r>
              <a:rPr sz="2400" spc="-5" dirty="0">
                <a:latin typeface="Carlito"/>
                <a:cs typeface="Carlito"/>
              </a:rPr>
              <a:t>(32 bits per </a:t>
            </a:r>
            <a:r>
              <a:rPr sz="2400" spc="-10" dirty="0">
                <a:latin typeface="Carlito"/>
                <a:cs typeface="Carlito"/>
              </a:rPr>
              <a:t>character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common)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Universal </a:t>
            </a:r>
            <a:r>
              <a:rPr sz="2400" spc="-5" dirty="0">
                <a:latin typeface="Carlito"/>
                <a:cs typeface="Carlito"/>
              </a:rPr>
              <a:t>coding </a:t>
            </a:r>
            <a:r>
              <a:rPr sz="2400" spc="-15" dirty="0">
                <a:latin typeface="Carlito"/>
                <a:cs typeface="Carlito"/>
              </a:rPr>
              <a:t>standard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represent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text-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based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ancient or </a:t>
            </a:r>
            <a:r>
              <a:rPr sz="2400" dirty="0">
                <a:latin typeface="Carlito"/>
                <a:cs typeface="Carlito"/>
              </a:rPr>
              <a:t>modern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Replacing </a:t>
            </a:r>
            <a:r>
              <a:rPr sz="2400" dirty="0">
                <a:latin typeface="Carlito"/>
                <a:cs typeface="Carlito"/>
              </a:rPr>
              <a:t>ASCII as the </a:t>
            </a:r>
            <a:r>
              <a:rPr sz="2400" spc="-5" dirty="0">
                <a:latin typeface="Carlito"/>
                <a:cs typeface="Carlito"/>
              </a:rPr>
              <a:t>primary </a:t>
            </a:r>
            <a:r>
              <a:rPr sz="2400" spc="-10" dirty="0">
                <a:latin typeface="Carlito"/>
                <a:cs typeface="Carlito"/>
              </a:rPr>
              <a:t>text-coding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0" y="4571196"/>
            <a:ext cx="3123469" cy="2286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86600" y="4848606"/>
            <a:ext cx="1282446" cy="1323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9556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Graphics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(still images 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photos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drawings)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Bitmapped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images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Image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5" dirty="0">
                <a:latin typeface="Carlito"/>
                <a:cs typeface="Carlito"/>
              </a:rPr>
              <a:t>of up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grid of small dots called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pixels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Monochrome </a:t>
            </a:r>
            <a:r>
              <a:rPr sz="2400" spc="-10" dirty="0">
                <a:latin typeface="Carlito"/>
                <a:cs typeface="Carlito"/>
              </a:rPr>
              <a:t>graphic can </a:t>
            </a:r>
            <a:r>
              <a:rPr sz="2400" spc="-5" dirty="0">
                <a:latin typeface="Carlito"/>
                <a:cs typeface="Carlito"/>
              </a:rPr>
              <a:t>only be one of </a:t>
            </a:r>
            <a:r>
              <a:rPr sz="2400" spc="-10" dirty="0">
                <a:latin typeface="Carlito"/>
                <a:cs typeface="Carlito"/>
              </a:rPr>
              <a:t>two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Requires just </a:t>
            </a:r>
            <a:r>
              <a:rPr sz="2400" spc="-5" dirty="0">
                <a:latin typeface="Carlito"/>
                <a:cs typeface="Carlito"/>
              </a:rPr>
              <a:t>one bit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color</a:t>
            </a:r>
            <a:r>
              <a:rPr sz="2400" spc="-20" dirty="0">
                <a:latin typeface="Carlito"/>
                <a:cs typeface="Carlito"/>
              </a:rPr>
              <a:t> 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Images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15" dirty="0">
                <a:latin typeface="Carlito"/>
                <a:cs typeface="Carlito"/>
              </a:rPr>
              <a:t>two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>
              <a:latin typeface="Carlito"/>
              <a:cs typeface="Carlito"/>
            </a:endParaRPr>
          </a:p>
          <a:p>
            <a:pPr marL="1612900" marR="46990" lvl="3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Can use </a:t>
            </a:r>
            <a:r>
              <a:rPr sz="2400" dirty="0">
                <a:latin typeface="Carlito"/>
                <a:cs typeface="Carlito"/>
              </a:rPr>
              <a:t>4, 8, </a:t>
            </a:r>
            <a:r>
              <a:rPr sz="2400" spc="-5" dirty="0">
                <a:latin typeface="Carlito"/>
                <a:cs typeface="Carlito"/>
              </a:rPr>
              <a:t>or 24 bits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color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pixel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bits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colors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1508191" y="1988845"/>
            <a:ext cx="3917375" cy="3858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6153" y="2060829"/>
            <a:ext cx="1620520" cy="1005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Coding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340" dirty="0"/>
              <a:t>Other </a:t>
            </a:r>
            <a:r>
              <a:rPr spc="-470" dirty="0"/>
              <a:t>Types </a:t>
            </a:r>
            <a:r>
              <a:rPr spc="-250" dirty="0"/>
              <a:t>of  </a:t>
            </a:r>
            <a:r>
              <a:rPr spc="-405" dirty="0"/>
              <a:t>Data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63230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Audio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marR="1156335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digital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order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or  </a:t>
            </a:r>
            <a:r>
              <a:rPr sz="2400" spc="-10" dirty="0">
                <a:latin typeface="Carlito"/>
                <a:cs typeface="Carlito"/>
              </a:rPr>
              <a:t>processed by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compressed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sent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MP3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10 times </a:t>
            </a:r>
            <a:r>
              <a:rPr sz="2400" spc="-5" dirty="0">
                <a:latin typeface="Carlito"/>
                <a:cs typeface="Carlito"/>
              </a:rPr>
              <a:t>smaller </a:t>
            </a:r>
            <a:r>
              <a:rPr sz="2400" dirty="0">
                <a:latin typeface="Carlito"/>
                <a:cs typeface="Carlito"/>
              </a:rPr>
              <a:t>than their </a:t>
            </a:r>
            <a:r>
              <a:rPr sz="2400" spc="-10" dirty="0">
                <a:latin typeface="Carlito"/>
                <a:cs typeface="Carlito"/>
              </a:rPr>
              <a:t>uncompressed  digital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versions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Download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quickly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25" dirty="0">
                <a:latin typeface="Carlito"/>
                <a:cs typeface="Carlito"/>
              </a:rPr>
              <a:t>storage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space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Video</a:t>
            </a:r>
            <a:r>
              <a:rPr sz="2400" spc="-15" dirty="0">
                <a:latin typeface="Carlito"/>
                <a:cs typeface="Carlito"/>
              </a:rPr>
              <a:t> Data</a:t>
            </a:r>
            <a:endParaRPr sz="2400">
              <a:latin typeface="Carlito"/>
              <a:cs typeface="Carlito"/>
            </a:endParaRPr>
          </a:p>
          <a:p>
            <a:pPr marL="756285" marR="2159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Displayed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frames,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15" dirty="0">
                <a:latin typeface="Carlito"/>
                <a:cs typeface="Carlito"/>
              </a:rPr>
              <a:t>frame contains 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still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image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substantial,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compressed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59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Representing </a:t>
            </a:r>
            <a:r>
              <a:rPr sz="3600" spc="-490" dirty="0"/>
              <a:t>Software</a:t>
            </a:r>
            <a:r>
              <a:rPr sz="3600" spc="25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14945" cy="25133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Machine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756285" marR="90614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Binary-based language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representing computer 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can </a:t>
            </a:r>
            <a:r>
              <a:rPr sz="2400" spc="-20" dirty="0">
                <a:latin typeface="Carlito"/>
                <a:cs typeface="Carlito"/>
              </a:rPr>
              <a:t>execute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directly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Early </a:t>
            </a:r>
            <a:r>
              <a:rPr sz="2400" spc="-15" dirty="0">
                <a:latin typeface="Carlito"/>
                <a:cs typeface="Carlito"/>
              </a:rPr>
              <a:t>programs were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machine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185" dirty="0">
                <a:latin typeface="Arial"/>
                <a:cs typeface="Arial"/>
              </a:rPr>
              <a:t>Today’s </a:t>
            </a:r>
            <a:r>
              <a:rPr sz="2400" spc="-114" dirty="0">
                <a:latin typeface="Arial"/>
                <a:cs typeface="Arial"/>
              </a:rPr>
              <a:t>programs </a:t>
            </a:r>
            <a:r>
              <a:rPr sz="2400" spc="-25" dirty="0">
                <a:latin typeface="Arial"/>
                <a:cs typeface="Arial"/>
              </a:rPr>
              <a:t>still </a:t>
            </a:r>
            <a:r>
              <a:rPr sz="2400" spc="-110" dirty="0">
                <a:latin typeface="Arial"/>
                <a:cs typeface="Arial"/>
              </a:rPr>
              <a:t>need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48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70" dirty="0">
                <a:latin typeface="Arial"/>
                <a:cs typeface="Arial"/>
              </a:rPr>
              <a:t>translated </a:t>
            </a:r>
            <a:r>
              <a:rPr sz="2400" spc="-10" dirty="0">
                <a:latin typeface="Arial"/>
                <a:cs typeface="Arial"/>
              </a:rPr>
              <a:t>into </a:t>
            </a:r>
            <a:r>
              <a:rPr sz="2400" spc="-105" dirty="0">
                <a:latin typeface="Arial"/>
                <a:cs typeface="Arial"/>
              </a:rPr>
              <a:t>machine  </a:t>
            </a:r>
            <a:r>
              <a:rPr sz="2400" spc="-5" dirty="0">
                <a:latin typeface="Carlito"/>
                <a:cs typeface="Carlito"/>
              </a:rPr>
              <a:t>language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order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95895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main </a:t>
            </a:r>
            <a:r>
              <a:rPr sz="2400" spc="-5" dirty="0">
                <a:latin typeface="Carlito"/>
                <a:cs typeface="Carlito"/>
              </a:rPr>
              <a:t>case of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Houses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marR="54483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devices,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power </a:t>
            </a:r>
            <a:r>
              <a:rPr sz="2400" spc="-30" dirty="0">
                <a:latin typeface="Carlito"/>
                <a:cs typeface="Carlito"/>
              </a:rPr>
              <a:t>supply,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cooling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fans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Houses </a:t>
            </a:r>
            <a:r>
              <a:rPr sz="2400" spc="-30" dirty="0">
                <a:latin typeface="Carlito"/>
                <a:cs typeface="Carlito"/>
              </a:rPr>
              <a:t>processor, </a:t>
            </a:r>
            <a:r>
              <a:rPr sz="2400" spc="-25" dirty="0">
                <a:latin typeface="Carlito"/>
                <a:cs typeface="Carlito"/>
              </a:rPr>
              <a:t>memory, </a:t>
            </a:r>
            <a:r>
              <a:rPr sz="2400" spc="-10" dirty="0">
                <a:latin typeface="Carlito"/>
                <a:cs typeface="Carlito"/>
              </a:rPr>
              <a:t>interfaces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peripheral devices </a:t>
            </a:r>
            <a:r>
              <a:rPr sz="2400" spc="-10" dirty="0">
                <a:latin typeface="Carlito"/>
                <a:cs typeface="Carlito"/>
              </a:rPr>
              <a:t>(printers, etc),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10" dirty="0">
                <a:latin typeface="Carlito"/>
                <a:cs typeface="Carlito"/>
              </a:rPr>
              <a:t>desktop </a:t>
            </a:r>
            <a:r>
              <a:rPr sz="2400" spc="-35" dirty="0">
                <a:latin typeface="Carlito"/>
                <a:cs typeface="Carlito"/>
              </a:rPr>
              <a:t>computer, </a:t>
            </a: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spc="-10" dirty="0">
                <a:latin typeface="Carlito"/>
                <a:cs typeface="Carlito"/>
              </a:rPr>
              <a:t>looks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rectangular  </a:t>
            </a:r>
            <a:r>
              <a:rPr sz="2400" spc="-25" dirty="0">
                <a:latin typeface="Carlito"/>
                <a:cs typeface="Carlito"/>
              </a:rPr>
              <a:t>box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533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0" dirty="0"/>
              <a:t>the </a:t>
            </a:r>
            <a:r>
              <a:rPr sz="3600" spc="-540" dirty="0"/>
              <a:t>System</a:t>
            </a:r>
            <a:r>
              <a:rPr sz="3600" spc="-51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83564" y="1840340"/>
            <a:ext cx="7990205" cy="3883025"/>
            <a:chOff x="683564" y="1840340"/>
            <a:chExt cx="7990205" cy="3883025"/>
          </a:xfrm>
        </p:grpSpPr>
        <p:sp>
          <p:nvSpPr>
            <p:cNvPr id="4" name="object 4"/>
            <p:cNvSpPr/>
            <p:nvPr/>
          </p:nvSpPr>
          <p:spPr>
            <a:xfrm>
              <a:off x="683564" y="1840340"/>
              <a:ext cx="6694170" cy="38827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0351" y="1844802"/>
              <a:ext cx="1293368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733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marR="5284470" indent="-342900" algn="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42900" algn="l"/>
                <a:tab pos="343535" algn="l"/>
              </a:tabLst>
            </a:pP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Motherboard</a:t>
            </a:r>
            <a:endParaRPr sz="2400">
              <a:latin typeface="Carlito"/>
              <a:cs typeface="Carlito"/>
            </a:endParaRPr>
          </a:p>
          <a:p>
            <a:pPr marL="287020" marR="5220335" lvl="1" indent="-287020" algn="r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87020" algn="l"/>
              </a:tabLst>
            </a:pP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Chip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30" dirty="0">
                <a:latin typeface="Carlito"/>
                <a:cs typeface="Carlito"/>
              </a:rPr>
              <a:t>Very </a:t>
            </a:r>
            <a:r>
              <a:rPr sz="2400" spc="-5" dirty="0">
                <a:latin typeface="Carlito"/>
                <a:cs typeface="Carlito"/>
              </a:rPr>
              <a:t>small pieces of </a:t>
            </a:r>
            <a:r>
              <a:rPr sz="2400" spc="-10" dirty="0">
                <a:latin typeface="Carlito"/>
                <a:cs typeface="Carlito"/>
              </a:rPr>
              <a:t>silicon or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semi-conducting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material </a:t>
            </a:r>
            <a:r>
              <a:rPr sz="2400" spc="-15" dirty="0">
                <a:latin typeface="Carlito"/>
                <a:cs typeface="Carlito"/>
              </a:rPr>
              <a:t>onto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integrated </a:t>
            </a:r>
            <a:r>
              <a:rPr sz="2400" spc="-5" dirty="0">
                <a:latin typeface="Carlito"/>
                <a:cs typeface="Carlito"/>
              </a:rPr>
              <a:t>circuits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embedded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Circuit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Board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thin </a:t>
            </a:r>
            <a:r>
              <a:rPr sz="2400" spc="-15" dirty="0">
                <a:latin typeface="Carlito"/>
                <a:cs typeface="Carlito"/>
              </a:rPr>
              <a:t>board </a:t>
            </a:r>
            <a:r>
              <a:rPr sz="2400" spc="-10" dirty="0">
                <a:latin typeface="Carlito"/>
                <a:cs typeface="Carlito"/>
              </a:rPr>
              <a:t>containing computer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other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electronic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Board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main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0" dirty="0">
                <a:latin typeface="Carlito"/>
                <a:cs typeface="Carlito"/>
              </a:rPr>
              <a:t>board </a:t>
            </a:r>
            <a:r>
              <a:rPr sz="2400" spc="-5" dirty="0">
                <a:latin typeface="Carlito"/>
                <a:cs typeface="Carlito"/>
              </a:rPr>
              <a:t>inside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unit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which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must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3938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External devices </a:t>
            </a:r>
            <a:r>
              <a:rPr sz="2400" spc="-10" dirty="0">
                <a:latin typeface="Carlito"/>
                <a:cs typeface="Carlito"/>
              </a:rPr>
              <a:t>(monitors, </a:t>
            </a:r>
            <a:r>
              <a:rPr sz="2400" spc="-15" dirty="0">
                <a:latin typeface="Carlito"/>
                <a:cs typeface="Carlito"/>
              </a:rPr>
              <a:t>keyboards, </a:t>
            </a:r>
            <a:r>
              <a:rPr sz="2400" dirty="0">
                <a:latin typeface="Carlito"/>
                <a:cs typeface="Carlito"/>
              </a:rPr>
              <a:t>mice,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printers)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Wireless devices </a:t>
            </a:r>
            <a:r>
              <a:rPr sz="2400" dirty="0">
                <a:latin typeface="Carlito"/>
                <a:cs typeface="Carlito"/>
              </a:rPr>
              <a:t>(e.g.,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Bluetooth)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Power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Supply</a:t>
            </a:r>
            <a:endParaRPr sz="2400">
              <a:latin typeface="Carlito"/>
              <a:cs typeface="Carlito"/>
            </a:endParaRPr>
          </a:p>
          <a:p>
            <a:pPr marL="756285" marR="7689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Connects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the motherboard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deliver </a:t>
            </a:r>
            <a:r>
              <a:rPr sz="2400" dirty="0">
                <a:latin typeface="Carlito"/>
                <a:cs typeface="Carlito"/>
              </a:rPr>
              <a:t>electricity  </a:t>
            </a:r>
            <a:r>
              <a:rPr sz="2400" spc="-10" dirty="0">
                <a:latin typeface="Carlito"/>
                <a:cs typeface="Carlito"/>
              </a:rPr>
              <a:t>(personal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Portable computers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0" dirty="0">
                <a:latin typeface="Carlito"/>
                <a:cs typeface="Carlito"/>
              </a:rPr>
              <a:t>rechargeable </a:t>
            </a:r>
            <a:r>
              <a:rPr sz="2400" spc="-15" dirty="0">
                <a:latin typeface="Carlito"/>
                <a:cs typeface="Carlito"/>
              </a:rPr>
              <a:t>battery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pack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Nonremovable batteries more difficult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expensive 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replace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9796"/>
            <a:ext cx="8066405" cy="42513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Drive</a:t>
            </a:r>
            <a:r>
              <a:rPr sz="2200" spc="-2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Bays</a:t>
            </a:r>
            <a:endParaRPr sz="2200">
              <a:latin typeface="Carlito"/>
              <a:cs typeface="Carlito"/>
            </a:endParaRPr>
          </a:p>
          <a:p>
            <a:pPr marL="756285" marR="786765" lvl="1" indent="-287020">
              <a:lnSpc>
                <a:spcPts val="2380"/>
              </a:lnSpc>
              <a:spcBef>
                <a:spcPts val="5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Rectangular </a:t>
            </a:r>
            <a:r>
              <a:rPr sz="2200" spc="-15" dirty="0">
                <a:latin typeface="Carlito"/>
                <a:cs typeface="Carlito"/>
              </a:rPr>
              <a:t>metal </a:t>
            </a:r>
            <a:r>
              <a:rPr sz="2200" spc="-20" dirty="0">
                <a:latin typeface="Carlito"/>
                <a:cs typeface="Carlito"/>
              </a:rPr>
              <a:t>racks </a:t>
            </a:r>
            <a:r>
              <a:rPr sz="2200" spc="-5" dirty="0">
                <a:latin typeface="Carlito"/>
                <a:cs typeface="Carlito"/>
              </a:rPr>
              <a:t>inside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25" dirty="0">
                <a:latin typeface="Carlito"/>
                <a:cs typeface="Carlito"/>
              </a:rPr>
              <a:t>system </a:t>
            </a:r>
            <a:r>
              <a:rPr sz="2200" spc="-10" dirty="0">
                <a:latin typeface="Carlito"/>
                <a:cs typeface="Carlito"/>
              </a:rPr>
              <a:t>unit that </a:t>
            </a:r>
            <a:r>
              <a:rPr sz="2200" spc="-5" dirty="0">
                <a:latin typeface="Carlito"/>
                <a:cs typeface="Carlito"/>
              </a:rPr>
              <a:t>house  </a:t>
            </a:r>
            <a:r>
              <a:rPr sz="2200" spc="-20" dirty="0">
                <a:latin typeface="Carlito"/>
                <a:cs typeface="Carlito"/>
              </a:rPr>
              <a:t>storage</a:t>
            </a:r>
            <a:r>
              <a:rPr sz="2200" spc="-5" dirty="0">
                <a:latin typeface="Carlito"/>
                <a:cs typeface="Carlito"/>
              </a:rPr>
              <a:t> devices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rlito"/>
                <a:cs typeface="Carlito"/>
              </a:rPr>
              <a:t>Hard drive, CD/DVD drive, </a:t>
            </a:r>
            <a:r>
              <a:rPr sz="2200" spc="-5" dirty="0">
                <a:latin typeface="Carlito"/>
                <a:cs typeface="Carlito"/>
              </a:rPr>
              <a:t>flash memory </a:t>
            </a:r>
            <a:r>
              <a:rPr sz="2200" spc="-15" dirty="0">
                <a:latin typeface="Carlito"/>
                <a:cs typeface="Carlito"/>
              </a:rPr>
              <a:t>card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reader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rlito"/>
                <a:cs typeface="Carlito"/>
              </a:rPr>
              <a:t>Connected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motherboard with a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cable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Processors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rlito"/>
                <a:cs typeface="Carlito"/>
              </a:rPr>
              <a:t>The CPU </a:t>
            </a:r>
            <a:r>
              <a:rPr sz="2200" spc="-15" dirty="0">
                <a:latin typeface="Carlito"/>
                <a:cs typeface="Carlito"/>
              </a:rPr>
              <a:t>(Central </a:t>
            </a:r>
            <a:r>
              <a:rPr sz="2200" spc="-10" dirty="0">
                <a:latin typeface="Carlito"/>
                <a:cs typeface="Carlito"/>
              </a:rPr>
              <a:t>Processing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Unit)</a:t>
            </a:r>
            <a:endParaRPr sz="2200">
              <a:latin typeface="Carlito"/>
              <a:cs typeface="Carlito"/>
            </a:endParaRPr>
          </a:p>
          <a:p>
            <a:pPr marL="1155700" marR="72390" lvl="2" indent="-2286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10" dirty="0">
                <a:latin typeface="Carlito"/>
                <a:cs typeface="Carlito"/>
              </a:rPr>
              <a:t>Circuitry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components </a:t>
            </a:r>
            <a:r>
              <a:rPr sz="2200" spc="-15" dirty="0">
                <a:latin typeface="Carlito"/>
                <a:cs typeface="Carlito"/>
              </a:rPr>
              <a:t>packaged together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connected  </a:t>
            </a:r>
            <a:r>
              <a:rPr sz="2200" spc="-10" dirty="0">
                <a:latin typeface="Carlito"/>
                <a:cs typeface="Carlito"/>
              </a:rPr>
              <a:t>directly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motherboard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rlito"/>
                <a:cs typeface="Carlito"/>
              </a:rPr>
              <a:t>Does the </a:t>
            </a:r>
            <a:r>
              <a:rPr sz="2200" spc="-20" dirty="0">
                <a:latin typeface="Carlito"/>
                <a:cs typeface="Carlito"/>
              </a:rPr>
              <a:t>vast </a:t>
            </a:r>
            <a:r>
              <a:rPr sz="2200" spc="-5" dirty="0">
                <a:latin typeface="Carlito"/>
                <a:cs typeface="Carlito"/>
              </a:rPr>
              <a:t>majority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processing </a:t>
            </a:r>
            <a:r>
              <a:rPr sz="2200" spc="-20" dirty="0">
                <a:latin typeface="Carlito"/>
                <a:cs typeface="Carlito"/>
              </a:rPr>
              <a:t>for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computer</a:t>
            </a:r>
            <a:endParaRPr sz="2200">
              <a:latin typeface="Carlito"/>
              <a:cs typeface="Carlito"/>
            </a:endParaRPr>
          </a:p>
          <a:p>
            <a:pPr marL="1155700" marR="5080" lvl="2" indent="-2286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rlito"/>
                <a:cs typeface="Carlito"/>
              </a:rPr>
              <a:t>Also </a:t>
            </a:r>
            <a:r>
              <a:rPr sz="2200" spc="-10" dirty="0">
                <a:latin typeface="Carlito"/>
                <a:cs typeface="Carlito"/>
              </a:rPr>
              <a:t>called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processor; called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microprocessor </a:t>
            </a:r>
            <a:r>
              <a:rPr sz="2200" spc="-5" dirty="0">
                <a:latin typeface="Carlito"/>
                <a:cs typeface="Carlito"/>
              </a:rPr>
              <a:t>when </a:t>
            </a:r>
            <a:r>
              <a:rPr sz="2200" spc="-10" dirty="0">
                <a:latin typeface="Carlito"/>
                <a:cs typeface="Carlito"/>
              </a:rPr>
              <a:t>talking  </a:t>
            </a:r>
            <a:r>
              <a:rPr sz="2200" spc="-5" dirty="0">
                <a:latin typeface="Carlito"/>
                <a:cs typeface="Carlito"/>
              </a:rPr>
              <a:t>about </a:t>
            </a:r>
            <a:r>
              <a:rPr sz="2200" spc="-10" dirty="0">
                <a:latin typeface="Carlito"/>
                <a:cs typeface="Carlito"/>
              </a:rPr>
              <a:t>personal</a:t>
            </a:r>
            <a:r>
              <a:rPr sz="2200" spc="-3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computers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608570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Dual-core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697865" marR="577215" lvl="1" indent="-228600">
              <a:lnSpc>
                <a:spcPts val="2600"/>
              </a:lnSpc>
              <a:spcBef>
                <a:spcPts val="61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processing components (cores)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two  </a:t>
            </a:r>
            <a:r>
              <a:rPr sz="2400" spc="-15" dirty="0">
                <a:latin typeface="Carlito"/>
                <a:cs typeface="Carlito"/>
              </a:rPr>
              <a:t>separate processors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4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Quad-core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spc="-15" dirty="0">
                <a:latin typeface="Carlito"/>
                <a:cs typeface="Carlito"/>
              </a:rPr>
              <a:t>four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cores</a:t>
            </a:r>
            <a:endParaRPr sz="2400">
              <a:latin typeface="Carlito"/>
              <a:cs typeface="Carlito"/>
            </a:endParaRPr>
          </a:p>
          <a:p>
            <a:pPr marL="299085" marR="368935" indent="-287020">
              <a:lnSpc>
                <a:spcPts val="2590"/>
              </a:lnSpc>
              <a:spcBef>
                <a:spcPts val="62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Multi-core </a:t>
            </a:r>
            <a:r>
              <a:rPr sz="2400" spc="-15" dirty="0">
                <a:latin typeface="Carlito"/>
                <a:cs typeface="Carlito"/>
              </a:rPr>
              <a:t>processors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5" dirty="0">
                <a:latin typeface="Carlito"/>
                <a:cs typeface="Carlito"/>
              </a:rPr>
              <a:t>computers to </a:t>
            </a:r>
            <a:r>
              <a:rPr sz="2400" spc="-10" dirty="0">
                <a:latin typeface="Carlito"/>
                <a:cs typeface="Carlito"/>
              </a:rPr>
              <a:t>work on more 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task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299085" marR="5080" indent="-287020">
              <a:lnSpc>
                <a:spcPts val="259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Typically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CPUs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desktop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spc="-10" dirty="0">
                <a:latin typeface="Carlito"/>
                <a:cs typeface="Carlito"/>
              </a:rPr>
              <a:t>portable 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spc="-10" dirty="0">
                <a:latin typeface="Carlito"/>
                <a:cs typeface="Carlito"/>
              </a:rPr>
              <a:t>servers, </a:t>
            </a:r>
            <a:r>
              <a:rPr sz="2400" spc="-5" dirty="0">
                <a:latin typeface="Carlito"/>
                <a:cs typeface="Carlito"/>
              </a:rPr>
              <a:t>mobile devices, </a:t>
            </a:r>
            <a:r>
              <a:rPr sz="2400" spc="-10" dirty="0">
                <a:latin typeface="Carlito"/>
                <a:cs typeface="Carlito"/>
              </a:rPr>
              <a:t>consumer </a:t>
            </a:r>
            <a:r>
              <a:rPr sz="2400" spc="-5" dirty="0">
                <a:latin typeface="Carlito"/>
                <a:cs typeface="Carlito"/>
              </a:rPr>
              <a:t>devices,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Personal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15" dirty="0">
                <a:latin typeface="Carlito"/>
                <a:cs typeface="Carlito"/>
              </a:rPr>
              <a:t>Intel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AMD</a:t>
            </a:r>
            <a:endParaRPr sz="2400">
              <a:latin typeface="Carlito"/>
              <a:cs typeface="Carlito"/>
            </a:endParaRPr>
          </a:p>
          <a:p>
            <a:pPr marL="697865" marR="104139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5" dirty="0">
                <a:latin typeface="Carlito"/>
                <a:cs typeface="Carlito"/>
              </a:rPr>
              <a:t>tablets </a:t>
            </a:r>
            <a:r>
              <a:rPr sz="2400" dirty="0">
                <a:latin typeface="Carlito"/>
                <a:cs typeface="Carlito"/>
              </a:rPr>
              <a:t>and mobile </a:t>
            </a:r>
            <a:r>
              <a:rPr sz="2400" spc="-5" dirty="0">
                <a:latin typeface="Carlito"/>
                <a:cs typeface="Carlito"/>
              </a:rPr>
              <a:t>phones use </a:t>
            </a:r>
            <a:r>
              <a:rPr sz="2400" spc="-15" dirty="0">
                <a:latin typeface="Carlito"/>
                <a:cs typeface="Carlito"/>
              </a:rPr>
              <a:t>processors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made 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companies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ARM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67537" y="1772754"/>
            <a:ext cx="8130540" cy="4339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359650" cy="31718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The GPU (graphics </a:t>
            </a:r>
            <a:r>
              <a:rPr sz="2400" spc="-10" dirty="0">
                <a:latin typeface="Carlito"/>
                <a:cs typeface="Carlito"/>
              </a:rPr>
              <a:t>processing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unit)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5" dirty="0">
                <a:latin typeface="Carlito"/>
                <a:cs typeface="Carlito"/>
              </a:rPr>
              <a:t>Takes </a:t>
            </a:r>
            <a:r>
              <a:rPr sz="2400" spc="-15" dirty="0">
                <a:latin typeface="Carlito"/>
                <a:cs typeface="Carlito"/>
              </a:rPr>
              <a:t>care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spc="-5" dirty="0">
                <a:latin typeface="Carlito"/>
                <a:cs typeface="Carlito"/>
              </a:rPr>
              <a:t>needed </a:t>
            </a:r>
            <a:r>
              <a:rPr sz="2400" spc="-15" dirty="0">
                <a:latin typeface="Carlito"/>
                <a:cs typeface="Carlito"/>
              </a:rPr>
              <a:t>to display </a:t>
            </a:r>
            <a:r>
              <a:rPr sz="2400" spc="-5" dirty="0">
                <a:latin typeface="Carlito"/>
                <a:cs typeface="Carlito"/>
              </a:rPr>
              <a:t>images  (including </a:t>
            </a:r>
            <a:r>
              <a:rPr sz="2400" spc="-10" dirty="0">
                <a:latin typeface="Carlito"/>
                <a:cs typeface="Carlito"/>
              </a:rPr>
              <a:t>still </a:t>
            </a:r>
            <a:r>
              <a:rPr sz="2400" spc="-5" dirty="0">
                <a:latin typeface="Carlito"/>
                <a:cs typeface="Carlito"/>
              </a:rPr>
              <a:t>images, animations) on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screen</a:t>
            </a:r>
            <a:endParaRPr sz="2400">
              <a:latin typeface="Carlito"/>
              <a:cs typeface="Carlito"/>
            </a:endParaRPr>
          </a:p>
          <a:p>
            <a:pPr marL="697865" marR="42722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motherboard, 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video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graphics  board,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in the 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package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0122" y="3189162"/>
            <a:ext cx="3998498" cy="28926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15" dirty="0"/>
              <a:t>It </a:t>
            </a:r>
            <a:r>
              <a:rPr sz="3600" spc="-440" dirty="0"/>
              <a:t>Works</a:t>
            </a:r>
            <a:r>
              <a:rPr sz="3600" spc="-47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39965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310" dirty="0">
                <a:latin typeface="Arial"/>
                <a:cs typeface="Arial"/>
              </a:rPr>
              <a:t>GPUs </a:t>
            </a:r>
            <a:r>
              <a:rPr sz="2400" b="1" spc="-170" dirty="0">
                <a:latin typeface="Arial"/>
                <a:cs typeface="Arial"/>
              </a:rPr>
              <a:t>and </a:t>
            </a:r>
            <a:r>
              <a:rPr sz="2400" b="1" i="1" spc="-15" dirty="0">
                <a:latin typeface="Carlito"/>
                <a:cs typeface="Carlito"/>
              </a:rPr>
              <a:t>Transformers: </a:t>
            </a:r>
            <a:r>
              <a:rPr sz="2400" b="1" i="1" spc="-5" dirty="0">
                <a:latin typeface="Carlito"/>
                <a:cs typeface="Carlito"/>
              </a:rPr>
              <a:t>The </a:t>
            </a:r>
            <a:r>
              <a:rPr sz="2400" b="1" i="1" dirty="0">
                <a:latin typeface="Carlito"/>
                <a:cs typeface="Carlito"/>
              </a:rPr>
              <a:t>Ride 3D </a:t>
            </a:r>
            <a:r>
              <a:rPr sz="2400" b="1" spc="-75" dirty="0">
                <a:latin typeface="Arial"/>
                <a:cs typeface="Arial"/>
              </a:rPr>
              <a:t>at </a:t>
            </a:r>
            <a:r>
              <a:rPr sz="2400" b="1" spc="-170" dirty="0">
                <a:latin typeface="Arial"/>
                <a:cs typeface="Arial"/>
              </a:rPr>
              <a:t>Universal</a:t>
            </a:r>
            <a:r>
              <a:rPr sz="2400" b="1" spc="-330" dirty="0">
                <a:latin typeface="Arial"/>
                <a:cs typeface="Arial"/>
              </a:rPr>
              <a:t> </a:t>
            </a:r>
            <a:r>
              <a:rPr sz="2400" b="1" spc="-204" dirty="0">
                <a:latin typeface="Arial"/>
                <a:cs typeface="Arial"/>
              </a:rPr>
              <a:t>Studios</a:t>
            </a:r>
            <a:endParaRPr sz="24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2,000 </a:t>
            </a:r>
            <a:r>
              <a:rPr sz="2400" spc="-10" dirty="0">
                <a:latin typeface="Carlito"/>
                <a:cs typeface="Carlito"/>
              </a:rPr>
              <a:t>foot-long track, </a:t>
            </a:r>
            <a:r>
              <a:rPr sz="2400" dirty="0">
                <a:latin typeface="Carlito"/>
                <a:cs typeface="Carlito"/>
              </a:rPr>
              <a:t>14 </a:t>
            </a:r>
            <a:r>
              <a:rPr sz="2400" spc="-10" dirty="0">
                <a:latin typeface="Carlito"/>
                <a:cs typeface="Carlito"/>
              </a:rPr>
              <a:t>huge screens, </a:t>
            </a:r>
            <a:r>
              <a:rPr sz="2400" dirty="0">
                <a:latin typeface="Carlito"/>
                <a:cs typeface="Carlito"/>
              </a:rPr>
              <a:t>and 34  </a:t>
            </a:r>
            <a:r>
              <a:rPr sz="2400" spc="-15" dirty="0">
                <a:latin typeface="Carlito"/>
                <a:cs typeface="Carlito"/>
              </a:rPr>
              <a:t>projectors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Motion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synchronized </a:t>
            </a:r>
            <a:r>
              <a:rPr sz="2400" dirty="0">
                <a:latin typeface="Carlito"/>
                <a:cs typeface="Carlito"/>
              </a:rPr>
              <a:t>with 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action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Images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25" dirty="0">
                <a:latin typeface="Carlito"/>
                <a:cs typeface="Carlito"/>
              </a:rPr>
              <a:t>3D, </a:t>
            </a:r>
            <a:r>
              <a:rPr sz="2400" dirty="0">
                <a:latin typeface="Carlito"/>
                <a:cs typeface="Carlito"/>
              </a:rPr>
              <a:t>4K</a:t>
            </a:r>
            <a:endParaRPr sz="2400">
              <a:latin typeface="Carlito"/>
              <a:cs typeface="Carlito"/>
            </a:endParaRPr>
          </a:p>
          <a:p>
            <a:pPr marL="756285" marR="372872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GPUs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see </a:t>
            </a:r>
            <a:r>
              <a:rPr sz="2400" dirty="0">
                <a:latin typeface="Carlito"/>
                <a:cs typeface="Carlito"/>
              </a:rPr>
              <a:t>3D  </a:t>
            </a:r>
            <a:r>
              <a:rPr sz="2400" spc="-5" dirty="0">
                <a:latin typeface="Carlito"/>
                <a:cs typeface="Carlito"/>
              </a:rPr>
              <a:t>animations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real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  as </a:t>
            </a:r>
            <a:r>
              <a:rPr sz="2400" spc="-5" dirty="0">
                <a:latin typeface="Carlito"/>
                <a:cs typeface="Carlito"/>
              </a:rPr>
              <a:t>they </a:t>
            </a:r>
            <a:r>
              <a:rPr sz="2400" spc="-15" dirty="0">
                <a:latin typeface="Carlito"/>
                <a:cs typeface="Carlito"/>
              </a:rPr>
              <a:t>were </a:t>
            </a:r>
            <a:r>
              <a:rPr sz="2400" spc="-5" dirty="0">
                <a:latin typeface="Carlito"/>
                <a:cs typeface="Carlito"/>
              </a:rPr>
              <a:t>being  developed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3926" y="3356978"/>
            <a:ext cx="4386199" cy="2806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5464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Processing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Speed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dirty="0">
                <a:latin typeface="Carlito"/>
                <a:cs typeface="Carlito"/>
              </a:rPr>
              <a:t>clock </a:t>
            </a:r>
            <a:r>
              <a:rPr sz="2400" spc="-5" dirty="0">
                <a:latin typeface="Carlito"/>
                <a:cs typeface="Carlito"/>
              </a:rPr>
              <a:t>speed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one </a:t>
            </a:r>
            <a:r>
              <a:rPr sz="2400" spc="-5" dirty="0">
                <a:latin typeface="Carlito"/>
                <a:cs typeface="Carlito"/>
              </a:rPr>
              <a:t>measurement of </a:t>
            </a:r>
            <a:r>
              <a:rPr sz="2400" spc="-10" dirty="0">
                <a:latin typeface="Carlito"/>
                <a:cs typeface="Carlito"/>
              </a:rPr>
              <a:t>processing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speed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Rated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megahertz (MHz) or </a:t>
            </a:r>
            <a:r>
              <a:rPr sz="2400" spc="-10" dirty="0">
                <a:latin typeface="Carlito"/>
                <a:cs typeface="Carlito"/>
              </a:rPr>
              <a:t>gigahertz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(GHz)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Higher CPU </a:t>
            </a:r>
            <a:r>
              <a:rPr sz="2400" dirty="0">
                <a:latin typeface="Carlito"/>
                <a:cs typeface="Carlito"/>
              </a:rPr>
              <a:t>clock </a:t>
            </a:r>
            <a:r>
              <a:rPr sz="2400" spc="-5" dirty="0">
                <a:latin typeface="Carlito"/>
                <a:cs typeface="Carlito"/>
              </a:rPr>
              <a:t>speed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instructions </a:t>
            </a:r>
            <a:r>
              <a:rPr sz="2400" spc="-10" dirty="0">
                <a:latin typeface="Carlito"/>
                <a:cs typeface="Carlito"/>
              </a:rPr>
              <a:t>processed </a:t>
            </a:r>
            <a:r>
              <a:rPr sz="2400" spc="-5" dirty="0">
                <a:latin typeface="Carlito"/>
                <a:cs typeface="Carlito"/>
              </a:rPr>
              <a:t>per  </a:t>
            </a:r>
            <a:r>
              <a:rPr sz="2400" spc="-10" dirty="0">
                <a:latin typeface="Carlito"/>
                <a:cs typeface="Carlito"/>
              </a:rPr>
              <a:t>second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Alternate </a:t>
            </a:r>
            <a:r>
              <a:rPr sz="2400" spc="-5" dirty="0">
                <a:latin typeface="Carlito"/>
                <a:cs typeface="Carlito"/>
              </a:rPr>
              <a:t>measure of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spc="-5" dirty="0">
                <a:latin typeface="Carlito"/>
                <a:cs typeface="Carlito"/>
              </a:rPr>
              <a:t>speed </a:t>
            </a:r>
            <a:r>
              <a:rPr sz="2400" dirty="0">
                <a:latin typeface="Carlito"/>
                <a:cs typeface="Carlito"/>
              </a:rPr>
              <a:t>is the </a:t>
            </a:r>
            <a:r>
              <a:rPr sz="2400" spc="-5" dirty="0">
                <a:latin typeface="Carlito"/>
                <a:cs typeface="Carlito"/>
              </a:rPr>
              <a:t>number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of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instructions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10" dirty="0">
                <a:latin typeface="Carlito"/>
                <a:cs typeface="Carlito"/>
              </a:rPr>
              <a:t>can process </a:t>
            </a:r>
            <a:r>
              <a:rPr sz="2400" spc="-5" dirty="0">
                <a:latin typeface="Carlito"/>
                <a:cs typeface="Carlito"/>
              </a:rPr>
              <a:t>per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second</a:t>
            </a:r>
            <a:endParaRPr sz="2400">
              <a:latin typeface="Carlito"/>
              <a:cs typeface="Carlito"/>
            </a:endParaRPr>
          </a:p>
          <a:p>
            <a:pPr marL="1155700" marR="66738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Megaflops </a:t>
            </a:r>
            <a:r>
              <a:rPr sz="2400" spc="-5" dirty="0">
                <a:latin typeface="Carlito"/>
                <a:cs typeface="Carlito"/>
              </a:rPr>
              <a:t>(millions), </a:t>
            </a:r>
            <a:r>
              <a:rPr sz="2400" spc="-15" dirty="0">
                <a:latin typeface="Carlito"/>
                <a:cs typeface="Carlito"/>
              </a:rPr>
              <a:t>gigaflops </a:t>
            </a:r>
            <a:r>
              <a:rPr sz="2400" spc="-5" dirty="0">
                <a:latin typeface="Carlito"/>
                <a:cs typeface="Carlito"/>
              </a:rPr>
              <a:t>(billions), </a:t>
            </a:r>
            <a:r>
              <a:rPr sz="2400" spc="-15" dirty="0">
                <a:latin typeface="Carlito"/>
                <a:cs typeface="Carlito"/>
              </a:rPr>
              <a:t>teraflops  </a:t>
            </a:r>
            <a:r>
              <a:rPr sz="2400" spc="-5" dirty="0">
                <a:latin typeface="Carlito"/>
                <a:cs typeface="Carlito"/>
              </a:rPr>
              <a:t>(trillions)</a:t>
            </a:r>
            <a:endParaRPr sz="2400">
              <a:latin typeface="Carlito"/>
              <a:cs typeface="Carlito"/>
            </a:endParaRPr>
          </a:p>
          <a:p>
            <a:pPr marL="756285" marR="124650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Benchmark </a:t>
            </a:r>
            <a:r>
              <a:rPr sz="2400" spc="-10" dirty="0">
                <a:latin typeface="Carlito"/>
                <a:cs typeface="Carlito"/>
              </a:rPr>
              <a:t>tests 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15" dirty="0">
                <a:latin typeface="Carlito"/>
                <a:cs typeface="Carlito"/>
              </a:rPr>
              <a:t>to evaluate overall  </a:t>
            </a:r>
            <a:r>
              <a:rPr sz="2400" spc="-10" dirty="0">
                <a:latin typeface="Carlito"/>
                <a:cs typeface="Carlito"/>
              </a:rPr>
              <a:t>processing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speed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3846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40" dirty="0">
                <a:latin typeface="Carlito"/>
                <a:cs typeface="Carlito"/>
              </a:rPr>
              <a:t>Word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Size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manipulate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one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Typically </a:t>
            </a:r>
            <a:r>
              <a:rPr sz="2400" dirty="0">
                <a:latin typeface="Carlito"/>
                <a:cs typeface="Carlito"/>
              </a:rPr>
              <a:t>32 </a:t>
            </a:r>
            <a:r>
              <a:rPr sz="2400" spc="-10" dirty="0">
                <a:latin typeface="Carlito"/>
                <a:cs typeface="Carlito"/>
              </a:rPr>
              <a:t>or </a:t>
            </a:r>
            <a:r>
              <a:rPr sz="2400" spc="-5" dirty="0">
                <a:latin typeface="Carlito"/>
                <a:cs typeface="Carlito"/>
              </a:rPr>
              <a:t>64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bits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Cache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marR="65341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Special </a:t>
            </a:r>
            <a:r>
              <a:rPr sz="2400" spc="-10" dirty="0">
                <a:latin typeface="Carlito"/>
                <a:cs typeface="Carlito"/>
              </a:rPr>
              <a:t>group </a:t>
            </a:r>
            <a:r>
              <a:rPr sz="2400" spc="-5" dirty="0">
                <a:latin typeface="Carlito"/>
                <a:cs typeface="Carlito"/>
              </a:rPr>
              <a:t>of very </a:t>
            </a:r>
            <a:r>
              <a:rPr sz="2400" spc="-20" dirty="0">
                <a:latin typeface="Carlito"/>
                <a:cs typeface="Carlito"/>
              </a:rPr>
              <a:t>fast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or  </a:t>
            </a:r>
            <a:r>
              <a:rPr sz="2400" dirty="0">
                <a:latin typeface="Carlito"/>
                <a:cs typeface="Carlito"/>
              </a:rPr>
              <a:t>close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dirty="0">
                <a:latin typeface="Carlito"/>
                <a:cs typeface="Carlito"/>
              </a:rPr>
              <a:t>1 is </a:t>
            </a:r>
            <a:r>
              <a:rPr sz="2400" spc="-20" dirty="0">
                <a:latin typeface="Carlito"/>
                <a:cs typeface="Carlito"/>
              </a:rPr>
              <a:t>fastest, </a:t>
            </a:r>
            <a:r>
              <a:rPr sz="2400" dirty="0">
                <a:latin typeface="Carlito"/>
                <a:cs typeface="Carlito"/>
              </a:rPr>
              <a:t>then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dirty="0">
                <a:latin typeface="Carlito"/>
                <a:cs typeface="Carlito"/>
              </a:rPr>
              <a:t>2, then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dirty="0">
                <a:latin typeface="Carlito"/>
                <a:cs typeface="Carlito"/>
              </a:rPr>
              <a:t>3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spc="-5" dirty="0">
                <a:latin typeface="Carlito"/>
                <a:cs typeface="Carlito"/>
              </a:rPr>
              <a:t>cache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dirty="0">
                <a:latin typeface="Carlito"/>
                <a:cs typeface="Carlito"/>
              </a:rPr>
              <a:t>means </a:t>
            </a:r>
            <a:r>
              <a:rPr sz="2400" spc="-20" dirty="0">
                <a:latin typeface="Carlito"/>
                <a:cs typeface="Carlito"/>
              </a:rPr>
              <a:t>faster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5" dirty="0">
                <a:latin typeface="Carlito"/>
                <a:cs typeface="Carlito"/>
              </a:rPr>
              <a:t>cache (built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CPU)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97484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Bus Width, Bus </a:t>
            </a:r>
            <a:r>
              <a:rPr sz="2400" spc="-5" dirty="0">
                <a:latin typeface="Carlito"/>
                <a:cs typeface="Carlito"/>
              </a:rPr>
              <a:t>Speed, and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Bandwidth</a:t>
            </a:r>
            <a:endParaRPr sz="2400">
              <a:latin typeface="Carlito"/>
              <a:cs typeface="Carlito"/>
            </a:endParaRPr>
          </a:p>
          <a:p>
            <a:pPr marL="756285" marR="4254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dirty="0">
                <a:latin typeface="Carlito"/>
                <a:cs typeface="Carlito"/>
              </a:rPr>
              <a:t>is an </a:t>
            </a:r>
            <a:r>
              <a:rPr sz="2400" spc="-5" dirty="0">
                <a:latin typeface="Carlito"/>
                <a:cs typeface="Carlito"/>
              </a:rPr>
              <a:t>electronic </a:t>
            </a:r>
            <a:r>
              <a:rPr sz="2400" spc="-10" dirty="0">
                <a:latin typeface="Carlito"/>
                <a:cs typeface="Carlito"/>
              </a:rPr>
              <a:t>path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can  </a:t>
            </a:r>
            <a:r>
              <a:rPr sz="2400" spc="-20" dirty="0">
                <a:latin typeface="Carlito"/>
                <a:cs typeface="Carlito"/>
              </a:rPr>
              <a:t>travel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Found </a:t>
            </a:r>
            <a:r>
              <a:rPr sz="2400" dirty="0">
                <a:latin typeface="Carlito"/>
                <a:cs typeface="Carlito"/>
              </a:rPr>
              <a:t>inside the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motherboard</a:t>
            </a:r>
            <a:endParaRPr sz="2400">
              <a:latin typeface="Carlito"/>
              <a:cs typeface="Carlito"/>
            </a:endParaRPr>
          </a:p>
          <a:p>
            <a:pPr marL="756285" marR="23749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Bus width is the </a:t>
            </a:r>
            <a:r>
              <a:rPr sz="2400" spc="-5" dirty="0">
                <a:latin typeface="Carlito"/>
                <a:cs typeface="Carlito"/>
              </a:rPr>
              <a:t>number of </a:t>
            </a:r>
            <a:r>
              <a:rPr sz="2400" spc="-10" dirty="0">
                <a:latin typeface="Carlito"/>
                <a:cs typeface="Carlito"/>
              </a:rPr>
              <a:t>wires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bus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over 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travel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wider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15" dirty="0">
                <a:latin typeface="Carlito"/>
                <a:cs typeface="Carlito"/>
              </a:rPr>
              <a:t>more data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transferred 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one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532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540" dirty="0"/>
              <a:t>System</a:t>
            </a:r>
            <a:r>
              <a:rPr sz="3600" spc="-495" dirty="0"/>
              <a:t> </a:t>
            </a:r>
            <a:r>
              <a:rPr sz="3600" spc="-400" dirty="0"/>
              <a:t>Unit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4317365" cy="22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Bus width and </a:t>
            </a:r>
            <a:r>
              <a:rPr sz="2400" spc="-5" dirty="0">
                <a:latin typeface="Carlito"/>
                <a:cs typeface="Carlito"/>
              </a:rPr>
              <a:t>speed determine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throughput </a:t>
            </a:r>
            <a:r>
              <a:rPr sz="2400" spc="-5" dirty="0">
                <a:latin typeface="Carlito"/>
                <a:cs typeface="Carlito"/>
              </a:rPr>
              <a:t>or bandwidth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of 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  <a:p>
            <a:pPr marL="756285" marR="41910" indent="-2870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The amount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can 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transferred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bus </a:t>
            </a:r>
            <a:r>
              <a:rPr sz="2400" dirty="0">
                <a:latin typeface="Carlito"/>
                <a:cs typeface="Carlito"/>
              </a:rPr>
              <a:t>in  a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dirty="0">
                <a:latin typeface="Carlito"/>
                <a:cs typeface="Carlito"/>
              </a:rPr>
              <a:t>time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period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44178" y="1844638"/>
            <a:ext cx="3272245" cy="1574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6197" y="3645027"/>
            <a:ext cx="1568703" cy="1050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14334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Refers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chip-based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dirty="0">
                <a:latin typeface="Carlito"/>
                <a:cs typeface="Carlito"/>
              </a:rPr>
              <a:t>inside the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25" dirty="0">
                <a:latin typeface="Carlito"/>
                <a:cs typeface="Carlito"/>
              </a:rPr>
              <a:t>refers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amount of long-term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0" dirty="0">
                <a:latin typeface="Carlito"/>
                <a:cs typeface="Carlito"/>
              </a:rPr>
              <a:t> 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Random </a:t>
            </a:r>
            <a:r>
              <a:rPr sz="2400" dirty="0">
                <a:latin typeface="Carlito"/>
                <a:cs typeface="Carlito"/>
              </a:rPr>
              <a:t>Access Memory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(RAM)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100" dirty="0">
                <a:latin typeface="Arial"/>
                <a:cs typeface="Arial"/>
              </a:rPr>
              <a:t>Computer’s </a:t>
            </a:r>
            <a:r>
              <a:rPr sz="2400" spc="-80" dirty="0">
                <a:latin typeface="Arial"/>
                <a:cs typeface="Arial"/>
              </a:rPr>
              <a:t>main</a:t>
            </a:r>
            <a:r>
              <a:rPr sz="2400" spc="-21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memory</a:t>
            </a:r>
            <a:endParaRPr sz="2400">
              <a:latin typeface="Arial"/>
              <a:cs typeface="Arial"/>
            </a:endParaRPr>
          </a:p>
          <a:p>
            <a:pPr marL="1155700" marR="40195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chips </a:t>
            </a:r>
            <a:r>
              <a:rPr sz="2400" spc="-10" dirty="0">
                <a:latin typeface="Carlito"/>
                <a:cs typeface="Carlito"/>
              </a:rPr>
              <a:t>arranged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5" dirty="0">
                <a:latin typeface="Carlito"/>
                <a:cs typeface="Carlito"/>
              </a:rPr>
              <a:t>board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dirty="0">
                <a:latin typeface="Carlito"/>
                <a:cs typeface="Carlito"/>
              </a:rPr>
              <a:t>a  memory module which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plugged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1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motherboard</a:t>
            </a:r>
            <a:endParaRPr sz="2400">
              <a:latin typeface="Carlito"/>
              <a:cs typeface="Carlito"/>
            </a:endParaRPr>
          </a:p>
          <a:p>
            <a:pPr marL="1155700" marR="32067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Stores </a:t>
            </a:r>
            <a:r>
              <a:rPr sz="2400" spc="-5" dirty="0">
                <a:latin typeface="Carlito"/>
                <a:cs typeface="Carlito"/>
              </a:rPr>
              <a:t>essential parts of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system, </a:t>
            </a:r>
            <a:r>
              <a:rPr sz="2400" spc="-15" dirty="0">
                <a:latin typeface="Carlito"/>
                <a:cs typeface="Carlito"/>
              </a:rPr>
              <a:t>programs,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currently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using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51685" y="1700809"/>
            <a:ext cx="5029199" cy="4429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6645275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20" dirty="0">
                <a:latin typeface="Carlito"/>
                <a:cs typeface="Carlito"/>
              </a:rPr>
              <a:t>Volatile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RAM </a:t>
            </a:r>
            <a:r>
              <a:rPr sz="2400" spc="-15" dirty="0">
                <a:latin typeface="Carlito"/>
                <a:cs typeface="Carlito"/>
              </a:rPr>
              <a:t>content </a:t>
            </a:r>
            <a:r>
              <a:rPr sz="2400" spc="-10" dirty="0">
                <a:latin typeface="Carlito"/>
                <a:cs typeface="Carlito"/>
              </a:rPr>
              <a:t>lost </a:t>
            </a:r>
            <a:r>
              <a:rPr sz="2400" dirty="0">
                <a:latin typeface="Carlito"/>
                <a:cs typeface="Carlito"/>
              </a:rPr>
              <a:t>when 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shut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off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non-volatile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bytes</a:t>
            </a:r>
            <a:endParaRPr sz="2400">
              <a:latin typeface="Carlito"/>
              <a:cs typeface="Carlito"/>
            </a:endParaRPr>
          </a:p>
          <a:p>
            <a:pPr marL="698500" marR="70929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Amount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depends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used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Most personal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use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SD-RAM</a:t>
            </a:r>
            <a:endParaRPr sz="2400">
              <a:latin typeface="Carlito"/>
              <a:cs typeface="Carlito"/>
            </a:endParaRPr>
          </a:p>
          <a:p>
            <a:pPr marL="241300" marR="9906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rlito"/>
                <a:cs typeface="Carlito"/>
              </a:rPr>
              <a:t>MRAM and PRAM - </a:t>
            </a:r>
            <a:r>
              <a:rPr sz="2400" spc="-10" dirty="0">
                <a:latin typeface="Carlito"/>
                <a:cs typeface="Carlito"/>
              </a:rPr>
              <a:t>non-volatile </a:t>
            </a:r>
            <a:r>
              <a:rPr sz="2400" dirty="0">
                <a:latin typeface="Carlito"/>
                <a:cs typeface="Carlito"/>
              </a:rPr>
              <a:t>RAM</a:t>
            </a:r>
            <a:r>
              <a:rPr sz="2400" spc="-1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under  </a:t>
            </a:r>
            <a:r>
              <a:rPr sz="2400" spc="-10" dirty="0">
                <a:latin typeface="Carlito"/>
                <a:cs typeface="Carlito"/>
              </a:rPr>
              <a:t>development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32269" y="1484757"/>
            <a:ext cx="1214607" cy="338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450594" y="1534414"/>
            <a:ext cx="330454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Each location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 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address</a:t>
            </a:r>
            <a:endParaRPr sz="2400">
              <a:latin typeface="Carlito"/>
              <a:cs typeface="Carlito"/>
            </a:endParaRPr>
          </a:p>
          <a:p>
            <a:pPr marL="698500" marR="30353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Each location  </a:t>
            </a:r>
            <a:r>
              <a:rPr sz="2400" spc="-5" dirty="0">
                <a:latin typeface="Carlito"/>
                <a:cs typeface="Carlito"/>
              </a:rPr>
              <a:t>typically holds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0" dirty="0">
                <a:latin typeface="Carlito"/>
                <a:cs typeface="Carlito"/>
              </a:rPr>
              <a:t>byte</a:t>
            </a:r>
            <a:endParaRPr sz="2400">
              <a:latin typeface="Carlito"/>
              <a:cs typeface="Carlito"/>
            </a:endParaRPr>
          </a:p>
          <a:p>
            <a:pPr marL="698500" marR="14605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 </a:t>
            </a:r>
            <a:r>
              <a:rPr sz="2400" spc="-5" dirty="0">
                <a:latin typeface="Carlito"/>
                <a:cs typeface="Carlito"/>
              </a:rPr>
              <a:t>sets up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maintains </a:t>
            </a:r>
            <a:r>
              <a:rPr sz="2400" spc="-10" dirty="0">
                <a:latin typeface="Carlito"/>
                <a:cs typeface="Carlito"/>
              </a:rPr>
              <a:t>directory  </a:t>
            </a:r>
            <a:r>
              <a:rPr sz="2400" spc="-5" dirty="0">
                <a:latin typeface="Carlito"/>
                <a:cs typeface="Carlito"/>
              </a:rPr>
              <a:t>tables </a:t>
            </a:r>
            <a:r>
              <a:rPr sz="2400" spc="-15" dirty="0">
                <a:latin typeface="Carlito"/>
                <a:cs typeface="Carlito"/>
              </a:rPr>
              <a:t>to facilitate  </a:t>
            </a:r>
            <a:r>
              <a:rPr sz="2400" spc="-10" dirty="0">
                <a:latin typeface="Carlito"/>
                <a:cs typeface="Carlito"/>
              </a:rPr>
              <a:t>retrieval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53965" y="1988845"/>
            <a:ext cx="3421380" cy="4152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0189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Registers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High-speed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intermediary results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during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Fastest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spc="-5" dirty="0">
                <a:latin typeface="Carlito"/>
                <a:cs typeface="Carlito"/>
              </a:rPr>
              <a:t>(read-only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memory)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Non-volatile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motherboard </a:t>
            </a:r>
            <a:r>
              <a:rPr sz="2400" spc="-15" dirty="0">
                <a:latin typeface="Carlito"/>
                <a:cs typeface="Carlito"/>
              </a:rPr>
              <a:t>into 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been permanently</a:t>
            </a:r>
            <a:r>
              <a:rPr sz="2400" spc="-20" dirty="0">
                <a:latin typeface="Carlito"/>
                <a:cs typeface="Carlito"/>
              </a:rPr>
              <a:t> stored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Retrieved 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Being </a:t>
            </a: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7170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80" dirty="0"/>
              <a:t>Memory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92695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Flash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Nonvolatile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5" dirty="0">
                <a:latin typeface="Carlito"/>
                <a:cs typeface="Carlito"/>
              </a:rPr>
              <a:t>chips </a:t>
            </a:r>
            <a:r>
              <a:rPr sz="2400" spc="-10" dirty="0">
                <a:latin typeface="Carlito"/>
                <a:cs typeface="Carlito"/>
              </a:rPr>
              <a:t>that 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begun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replace </a:t>
            </a:r>
            <a:r>
              <a:rPr sz="2400" spc="-10" dirty="0">
                <a:latin typeface="Carlito"/>
                <a:cs typeface="Carlito"/>
              </a:rPr>
              <a:t>ROM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storing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  <a:tab pos="1407160" algn="l"/>
              </a:tabLst>
            </a:pPr>
            <a:r>
              <a:rPr sz="2400" spc="-10" dirty="0">
                <a:latin typeface="Carlito"/>
                <a:cs typeface="Carlito"/>
              </a:rPr>
              <a:t>Now	</a:t>
            </a:r>
            <a:r>
              <a:rPr sz="2400" spc="-20" dirty="0">
                <a:latin typeface="Carlito"/>
                <a:cs typeface="Carlito"/>
              </a:rPr>
              <a:t>stores </a:t>
            </a:r>
            <a:r>
              <a:rPr sz="2400" spc="-15" dirty="0">
                <a:latin typeface="Carlito"/>
                <a:cs typeface="Carlito"/>
              </a:rPr>
              <a:t>firmware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personal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devices</a:t>
            </a:r>
            <a:endParaRPr sz="2400">
              <a:latin typeface="Carlito"/>
              <a:cs typeface="Carlito"/>
            </a:endParaRPr>
          </a:p>
          <a:p>
            <a:pPr marL="697865" marR="123189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many </a:t>
            </a:r>
            <a:r>
              <a:rPr sz="2400" dirty="0">
                <a:latin typeface="Carlito"/>
                <a:cs typeface="Carlito"/>
              </a:rPr>
              <a:t>types </a:t>
            </a:r>
            <a:r>
              <a:rPr sz="2400" spc="-5" dirty="0">
                <a:latin typeface="Carlito"/>
                <a:cs typeface="Carlito"/>
              </a:rPr>
              <a:t>of devices (media tablets,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mobile  </a:t>
            </a:r>
            <a:r>
              <a:rPr sz="2400" spc="-5" dirty="0">
                <a:latin typeface="Carlito"/>
                <a:cs typeface="Carlito"/>
              </a:rPr>
              <a:t>phones,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digital cameras)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305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Cooling</a:t>
            </a:r>
            <a:r>
              <a:rPr sz="3600" spc="-285" dirty="0"/>
              <a:t> </a:t>
            </a:r>
            <a:r>
              <a:rPr sz="3600" spc="-430" dirty="0"/>
              <a:t>Components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5365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Fans</a:t>
            </a:r>
            <a:endParaRPr sz="2400">
              <a:latin typeface="Carlito"/>
              <a:cs typeface="Carlito"/>
            </a:endParaRPr>
          </a:p>
          <a:p>
            <a:pPr marL="756285" marR="660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Fans </a:t>
            </a:r>
            <a:r>
              <a:rPr sz="2400" spc="-5" dirty="0">
                <a:latin typeface="Carlito"/>
                <a:cs typeface="Carlito"/>
              </a:rPr>
              <a:t>used on </a:t>
            </a:r>
            <a:r>
              <a:rPr sz="2400" spc="-10" dirty="0">
                <a:latin typeface="Carlito"/>
                <a:cs typeface="Carlito"/>
              </a:rPr>
              <a:t>most personal </a:t>
            </a:r>
            <a:r>
              <a:rPr sz="2400" spc="-15" dirty="0">
                <a:latin typeface="Carlito"/>
                <a:cs typeface="Carlito"/>
              </a:rPr>
              <a:t>computers to </a:t>
            </a:r>
            <a:r>
              <a:rPr sz="2400" spc="-5" dirty="0">
                <a:latin typeface="Carlito"/>
                <a:cs typeface="Carlito"/>
              </a:rPr>
              <a:t>help </a:t>
            </a:r>
            <a:r>
              <a:rPr sz="2400" spc="-15" dirty="0">
                <a:latin typeface="Carlito"/>
                <a:cs typeface="Carlito"/>
              </a:rPr>
              <a:t>cool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756285" marR="67881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Heat </a:t>
            </a:r>
            <a:r>
              <a:rPr sz="2400" dirty="0">
                <a:latin typeface="Carlito"/>
                <a:cs typeface="Carlito"/>
              </a:rPr>
              <a:t>is an </a:t>
            </a:r>
            <a:r>
              <a:rPr sz="2400" spc="-10" dirty="0">
                <a:latin typeface="Carlito"/>
                <a:cs typeface="Carlito"/>
              </a:rPr>
              <a:t>ongoing problem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computer  manufacturers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0" dirty="0">
                <a:latin typeface="Carlito"/>
                <a:cs typeface="Carlito"/>
              </a:rPr>
              <a:t>damage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Cooler chips </a:t>
            </a:r>
            <a:r>
              <a:rPr sz="2400" dirty="0">
                <a:latin typeface="Carlito"/>
                <a:cs typeface="Carlito"/>
              </a:rPr>
              <a:t>run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faster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Heat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Sinks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0" dirty="0">
                <a:latin typeface="Carlito"/>
                <a:cs typeface="Carlito"/>
              </a:rPr>
              <a:t>components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5" dirty="0">
                <a:latin typeface="Carlito"/>
                <a:cs typeface="Carlito"/>
              </a:rPr>
              <a:t>out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aluminum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with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fins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help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dissipate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heat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305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Cooling</a:t>
            </a:r>
            <a:r>
              <a:rPr sz="3600" spc="-285" dirty="0"/>
              <a:t> </a:t>
            </a:r>
            <a:r>
              <a:rPr sz="3600" spc="-430" dirty="0"/>
              <a:t>Components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9338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Cooling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Liquid </a:t>
            </a:r>
            <a:r>
              <a:rPr sz="2400" spc="-10" dirty="0">
                <a:latin typeface="Carlito"/>
                <a:cs typeface="Carlito"/>
              </a:rPr>
              <a:t>cooling</a:t>
            </a:r>
            <a:r>
              <a:rPr sz="2400" spc="-20" dirty="0">
                <a:latin typeface="Carlito"/>
                <a:cs typeface="Carlito"/>
              </a:rPr>
              <a:t> systems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Cool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liquid-filled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tubes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Immersion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cooling</a:t>
            </a:r>
            <a:endParaRPr sz="2400">
              <a:latin typeface="Carlito"/>
              <a:cs typeface="Carlito"/>
            </a:endParaRPr>
          </a:p>
          <a:p>
            <a:pPr marL="1155700" marR="1238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dirty="0">
                <a:latin typeface="Carlito"/>
                <a:cs typeface="Carlito"/>
              </a:rPr>
              <a:t>is actually </a:t>
            </a:r>
            <a:r>
              <a:rPr sz="2400" spc="-10" dirty="0">
                <a:latin typeface="Carlito"/>
                <a:cs typeface="Carlito"/>
              </a:rPr>
              <a:t>submerged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units filled </a:t>
            </a:r>
            <a:r>
              <a:rPr sz="2400" dirty="0">
                <a:latin typeface="Carlito"/>
                <a:cs typeface="Carlito"/>
              </a:rPr>
              <a:t>with a  liquid </a:t>
            </a:r>
            <a:r>
              <a:rPr sz="2400" spc="-5" dirty="0">
                <a:latin typeface="Carlito"/>
                <a:cs typeface="Carlito"/>
              </a:rPr>
              <a:t>cooling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solution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Notebook </a:t>
            </a:r>
            <a:r>
              <a:rPr sz="2400" spc="-10" dirty="0">
                <a:latin typeface="Carlito"/>
                <a:cs typeface="Carlito"/>
              </a:rPr>
              <a:t>cooling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stand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Cools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underside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notebook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cooling methods, such </a:t>
            </a:r>
            <a:r>
              <a:rPr sz="2400" dirty="0">
                <a:latin typeface="Carlito"/>
                <a:cs typeface="Carlito"/>
              </a:rPr>
              <a:t>as ion </a:t>
            </a:r>
            <a:r>
              <a:rPr sz="2400" spc="-5" dirty="0">
                <a:latin typeface="Carlito"/>
                <a:cs typeface="Carlito"/>
              </a:rPr>
              <a:t>pump cooling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systems,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under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development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3078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5" dirty="0"/>
              <a:t>Cooling</a:t>
            </a:r>
            <a:r>
              <a:rPr sz="3600" spc="-265" dirty="0"/>
              <a:t> </a:t>
            </a:r>
            <a:r>
              <a:rPr sz="3600" spc="-430" dirty="0"/>
              <a:t>Components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83564" y="1772792"/>
            <a:ext cx="7940463" cy="32179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19855" y="5229199"/>
            <a:ext cx="1478534" cy="58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0599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0" dirty="0"/>
              <a:t>Expansi</a:t>
            </a:r>
            <a:r>
              <a:rPr sz="3600" spc="-535" dirty="0"/>
              <a:t>o</a:t>
            </a:r>
            <a:r>
              <a:rPr sz="3600" spc="-365" dirty="0"/>
              <a:t>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1621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Expansion Slots, Expansion </a:t>
            </a:r>
            <a:r>
              <a:rPr sz="2400" spc="-10" dirty="0">
                <a:latin typeface="Carlito"/>
                <a:cs typeface="Carlito"/>
              </a:rPr>
              <a:t>Cards,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ExpressCard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Modules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Expansion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Slot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location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motherboard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which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expansion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cards are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inserted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Expansion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circuit </a:t>
            </a:r>
            <a:r>
              <a:rPr sz="2400" spc="-10" dirty="0">
                <a:latin typeface="Carlito"/>
                <a:cs typeface="Carlito"/>
              </a:rPr>
              <a:t>board </a:t>
            </a:r>
            <a:r>
              <a:rPr sz="2400" spc="-5" dirty="0">
                <a:latin typeface="Carlito"/>
                <a:cs typeface="Carlito"/>
              </a:rPr>
              <a:t>inserted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expansion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slot</a:t>
            </a:r>
            <a:endParaRPr sz="2400">
              <a:latin typeface="Carlito"/>
              <a:cs typeface="Carlito"/>
            </a:endParaRPr>
          </a:p>
          <a:p>
            <a:pPr marL="1155700" marR="50673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add additional </a:t>
            </a:r>
            <a:r>
              <a:rPr sz="2400" spc="-5" dirty="0">
                <a:latin typeface="Carlito"/>
                <a:cs typeface="Carlito"/>
              </a:rPr>
              <a:t>functionality or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attach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peripheral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ExpressCard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Modules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add additional </a:t>
            </a:r>
            <a:r>
              <a:rPr sz="2400" spc="-5" dirty="0">
                <a:latin typeface="Carlito"/>
                <a:cs typeface="Carlito"/>
              </a:rPr>
              <a:t>functionality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notebooks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2060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/>
              <a:t>Expansion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11555" y="1844801"/>
            <a:ext cx="7622102" cy="3003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63873" y="5229199"/>
            <a:ext cx="146685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172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0" dirty="0"/>
              <a:t>Buses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9795"/>
            <a:ext cx="7874634" cy="43180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Bus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10" dirty="0">
                <a:latin typeface="Carlito"/>
                <a:cs typeface="Carlito"/>
              </a:rPr>
              <a:t>electronic path </a:t>
            </a:r>
            <a:r>
              <a:rPr sz="2200" spc="-5" dirty="0">
                <a:latin typeface="Carlito"/>
                <a:cs typeface="Carlito"/>
              </a:rPr>
              <a:t>within a </a:t>
            </a:r>
            <a:r>
              <a:rPr sz="2200" spc="-15" dirty="0">
                <a:latin typeface="Carlito"/>
                <a:cs typeface="Carlito"/>
              </a:rPr>
              <a:t>computer over </a:t>
            </a:r>
            <a:r>
              <a:rPr sz="2200" spc="-5" dirty="0">
                <a:latin typeface="Carlito"/>
                <a:cs typeface="Carlito"/>
              </a:rPr>
              <a:t>which </a:t>
            </a:r>
            <a:r>
              <a:rPr sz="2200" spc="-20" dirty="0">
                <a:latin typeface="Carlito"/>
                <a:cs typeface="Carlito"/>
              </a:rPr>
              <a:t>data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travels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15" dirty="0">
                <a:latin typeface="Carlito"/>
                <a:cs typeface="Carlito"/>
              </a:rPr>
              <a:t>Located </a:t>
            </a:r>
            <a:r>
              <a:rPr sz="2200" spc="-5" dirty="0">
                <a:latin typeface="Carlito"/>
                <a:cs typeface="Carlito"/>
              </a:rPr>
              <a:t>within the CPU and </a:t>
            </a:r>
            <a:r>
              <a:rPr sz="2200" spc="-15" dirty="0">
                <a:latin typeface="Carlito"/>
                <a:cs typeface="Carlito"/>
              </a:rPr>
              <a:t>etched </a:t>
            </a:r>
            <a:r>
              <a:rPr sz="2200" spc="-20" dirty="0">
                <a:latin typeface="Carlito"/>
                <a:cs typeface="Carlito"/>
              </a:rPr>
              <a:t>onto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motherboard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rlito"/>
                <a:cs typeface="Carlito"/>
              </a:rPr>
              <a:t>Expansion</a:t>
            </a:r>
            <a:r>
              <a:rPr sz="2200" spc="-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Bus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rlito"/>
                <a:cs typeface="Carlito"/>
              </a:rPr>
              <a:t>Connects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CPU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peripheral </a:t>
            </a:r>
            <a:r>
              <a:rPr sz="2200" spc="-10" dirty="0">
                <a:latin typeface="Carlito"/>
                <a:cs typeface="Carlito"/>
              </a:rPr>
              <a:t>(typically </a:t>
            </a:r>
            <a:r>
              <a:rPr sz="2200" spc="-5" dirty="0">
                <a:latin typeface="Carlito"/>
                <a:cs typeface="Carlito"/>
              </a:rPr>
              <a:t>input and</a:t>
            </a:r>
            <a:r>
              <a:rPr sz="2200" spc="13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output)</a:t>
            </a:r>
            <a:endParaRPr sz="22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Carlito"/>
                <a:cs typeface="Carlito"/>
              </a:rPr>
              <a:t>devices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rlito"/>
                <a:cs typeface="Carlito"/>
              </a:rPr>
              <a:t>Memory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Bus</a:t>
            </a:r>
            <a:endParaRPr sz="22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rlito"/>
                <a:cs typeface="Carlito"/>
              </a:rPr>
              <a:t>Connects CPU </a:t>
            </a:r>
            <a:r>
              <a:rPr sz="2200" spc="-10" dirty="0">
                <a:latin typeface="Carlito"/>
                <a:cs typeface="Carlito"/>
              </a:rPr>
              <a:t>directly </a:t>
            </a:r>
            <a:r>
              <a:rPr sz="2200" spc="-20" dirty="0">
                <a:latin typeface="Carlito"/>
                <a:cs typeface="Carlito"/>
              </a:rPr>
              <a:t>to</a:t>
            </a:r>
            <a:r>
              <a:rPr sz="2200" spc="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RAM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Frontside </a:t>
            </a:r>
            <a:r>
              <a:rPr sz="2200" spc="-5" dirty="0">
                <a:latin typeface="Carlito"/>
                <a:cs typeface="Carlito"/>
              </a:rPr>
              <a:t>Bus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(FSB)</a:t>
            </a:r>
            <a:endParaRPr sz="2200">
              <a:latin typeface="Carlito"/>
              <a:cs typeface="Carlito"/>
            </a:endParaRPr>
          </a:p>
          <a:p>
            <a:pPr marL="1155700" marR="178435" lvl="2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rlito"/>
                <a:cs typeface="Carlito"/>
              </a:rPr>
              <a:t>Connects CPU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chipset that connects </a:t>
            </a:r>
            <a:r>
              <a:rPr sz="2200" spc="-5" dirty="0">
                <a:latin typeface="Carlito"/>
                <a:cs typeface="Carlito"/>
              </a:rPr>
              <a:t>the CPU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 </a:t>
            </a:r>
            <a:r>
              <a:rPr sz="2200" spc="-15" dirty="0">
                <a:latin typeface="Carlito"/>
                <a:cs typeface="Carlito"/>
              </a:rPr>
              <a:t>rest </a:t>
            </a:r>
            <a:r>
              <a:rPr sz="2200" spc="-5" dirty="0">
                <a:latin typeface="Carlito"/>
                <a:cs typeface="Carlito"/>
              </a:rPr>
              <a:t>of the </a:t>
            </a:r>
            <a:r>
              <a:rPr sz="2200" spc="-10" dirty="0">
                <a:latin typeface="Carlito"/>
                <a:cs typeface="Carlito"/>
              </a:rPr>
              <a:t>bus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architecture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172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0" dirty="0"/>
              <a:t>Buses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90790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PCI and PCI </a:t>
            </a:r>
            <a:r>
              <a:rPr sz="2400" spc="-10" dirty="0">
                <a:latin typeface="Carlito"/>
                <a:cs typeface="Carlito"/>
              </a:rPr>
              <a:t>Express </a:t>
            </a:r>
            <a:r>
              <a:rPr sz="2400" spc="-5" dirty="0">
                <a:latin typeface="Carlito"/>
                <a:cs typeface="Carlito"/>
              </a:rPr>
              <a:t>(PCIe)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PCI </a:t>
            </a:r>
            <a:r>
              <a:rPr sz="2400" spc="-5" dirty="0">
                <a:latin typeface="Carlito"/>
                <a:cs typeface="Carlito"/>
              </a:rPr>
              <a:t>has been one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most common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75" dirty="0">
                <a:latin typeface="Carlito"/>
                <a:cs typeface="Carlito"/>
              </a:rPr>
              <a:t>Today, </a:t>
            </a:r>
            <a:r>
              <a:rPr sz="2400" spc="-5" dirty="0">
                <a:latin typeface="Carlito"/>
                <a:cs typeface="Carlito"/>
              </a:rPr>
              <a:t>PCI </a:t>
            </a:r>
            <a:r>
              <a:rPr sz="2400" spc="-10" dirty="0">
                <a:latin typeface="Carlito"/>
                <a:cs typeface="Carlito"/>
              </a:rPr>
              <a:t>Express </a:t>
            </a:r>
            <a:r>
              <a:rPr sz="2400" spc="-5" dirty="0">
                <a:latin typeface="Carlito"/>
                <a:cs typeface="Carlito"/>
              </a:rPr>
              <a:t>bus, </a:t>
            </a:r>
            <a:r>
              <a:rPr sz="2400" dirty="0">
                <a:latin typeface="Carlito"/>
                <a:cs typeface="Carlito"/>
              </a:rPr>
              <a:t>which is </a:t>
            </a:r>
            <a:r>
              <a:rPr sz="2400" spc="-10" dirty="0">
                <a:latin typeface="Carlito"/>
                <a:cs typeface="Carlito"/>
              </a:rPr>
              <a:t>extremely </a:t>
            </a:r>
            <a:r>
              <a:rPr sz="2400" spc="-20" dirty="0">
                <a:latin typeface="Carlito"/>
                <a:cs typeface="Carlito"/>
              </a:rPr>
              <a:t>fast,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has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dirty="0">
                <a:latin typeface="Carlito"/>
                <a:cs typeface="Carlito"/>
              </a:rPr>
              <a:t>the PCI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Universal </a:t>
            </a:r>
            <a:r>
              <a:rPr sz="2400" spc="-5" dirty="0">
                <a:latin typeface="Carlito"/>
                <a:cs typeface="Carlito"/>
              </a:rPr>
              <a:t>Serial </a:t>
            </a:r>
            <a:r>
              <a:rPr sz="2400" dirty="0">
                <a:latin typeface="Carlito"/>
                <a:cs typeface="Carlito"/>
              </a:rPr>
              <a:t>Bus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(USB)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Extremely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versatile</a:t>
            </a:r>
            <a:endParaRPr sz="2400">
              <a:latin typeface="Carlito"/>
              <a:cs typeface="Carlito"/>
            </a:endParaRPr>
          </a:p>
          <a:p>
            <a:pPr marL="697865" marR="215900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5" dirty="0">
                <a:latin typeface="Carlito"/>
                <a:cs typeface="Carlito"/>
              </a:rPr>
              <a:t>127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computer  </a:t>
            </a:r>
            <a:r>
              <a:rPr sz="2400" dirty="0">
                <a:latin typeface="Carlito"/>
                <a:cs typeface="Carlito"/>
              </a:rPr>
              <a:t>via a </a:t>
            </a: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dirty="0">
                <a:latin typeface="Carlito"/>
                <a:cs typeface="Carlito"/>
              </a:rPr>
              <a:t>USB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FireWire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Bus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Apple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</a:t>
            </a:r>
            <a:r>
              <a:rPr sz="2400" spc="-5" dirty="0">
                <a:latin typeface="Carlito"/>
                <a:cs typeface="Carlito"/>
              </a:rPr>
              <a:t>multimedia devices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365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Ports </a:t>
            </a:r>
            <a:r>
              <a:rPr sz="3600" spc="-405" dirty="0"/>
              <a:t>and</a:t>
            </a:r>
            <a:r>
              <a:rPr sz="3600" spc="-50" dirty="0"/>
              <a:t> </a:t>
            </a:r>
            <a:r>
              <a:rPr sz="3600" spc="-455" dirty="0"/>
              <a:t>Connectors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8625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Port</a:t>
            </a:r>
            <a:endParaRPr sz="2400">
              <a:latin typeface="Carlito"/>
              <a:cs typeface="Carlito"/>
            </a:endParaRPr>
          </a:p>
          <a:p>
            <a:pPr marL="756285" marR="58419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215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connector on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45" dirty="0">
                <a:latin typeface="Arial"/>
                <a:cs typeface="Arial"/>
              </a:rPr>
              <a:t>exterior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computer’s </a:t>
            </a:r>
            <a:r>
              <a:rPr sz="2400" spc="-145" dirty="0">
                <a:latin typeface="Arial"/>
                <a:cs typeface="Arial"/>
              </a:rPr>
              <a:t>system </a:t>
            </a:r>
            <a:r>
              <a:rPr sz="2400" spc="-5" dirty="0">
                <a:latin typeface="Arial"/>
                <a:cs typeface="Arial"/>
              </a:rPr>
              <a:t>unit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to  </a:t>
            </a:r>
            <a:r>
              <a:rPr sz="2400" dirty="0">
                <a:latin typeface="Carlito"/>
                <a:cs typeface="Carlito"/>
              </a:rPr>
              <a:t>which a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20" dirty="0">
                <a:latin typeface="Carlito"/>
                <a:cs typeface="Carlito"/>
              </a:rPr>
              <a:t>may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attached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Typical </a:t>
            </a:r>
            <a:r>
              <a:rPr sz="2400" spc="-10" dirty="0">
                <a:latin typeface="Carlito"/>
                <a:cs typeface="Carlito"/>
              </a:rPr>
              <a:t>desktop computer </a:t>
            </a:r>
            <a:r>
              <a:rPr sz="2400" spc="-5" dirty="0">
                <a:latin typeface="Carlito"/>
                <a:cs typeface="Carlito"/>
              </a:rPr>
              <a:t>ports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include: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Power </a:t>
            </a:r>
            <a:r>
              <a:rPr sz="2400" spc="-30" dirty="0">
                <a:latin typeface="Carlito"/>
                <a:cs typeface="Carlito"/>
              </a:rPr>
              <a:t>connector, </a:t>
            </a:r>
            <a:r>
              <a:rPr sz="2400" spc="-10" dirty="0">
                <a:latin typeface="Carlito"/>
                <a:cs typeface="Carlito"/>
              </a:rPr>
              <a:t>Firewire, VGA </a:t>
            </a:r>
            <a:r>
              <a:rPr sz="2400" spc="-35" dirty="0">
                <a:latin typeface="Carlito"/>
                <a:cs typeface="Carlito"/>
              </a:rPr>
              <a:t>monitor, </a:t>
            </a:r>
            <a:r>
              <a:rPr sz="2400" spc="-10" dirty="0">
                <a:latin typeface="Carlito"/>
                <a:cs typeface="Carlito"/>
              </a:rPr>
              <a:t>Network, USB,  Audio,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HDMI</a:t>
            </a:r>
            <a:endParaRPr sz="2400">
              <a:latin typeface="Carlito"/>
              <a:cs typeface="Carlito"/>
            </a:endParaRPr>
          </a:p>
          <a:p>
            <a:pPr marL="756285" marR="64325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Others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15" dirty="0">
                <a:latin typeface="Carlito"/>
                <a:cs typeface="Carlito"/>
              </a:rPr>
              <a:t>IrDA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Bluetooth </a:t>
            </a:r>
            <a:r>
              <a:rPr sz="2400" spc="-5" dirty="0">
                <a:latin typeface="Carlito"/>
                <a:cs typeface="Carlito"/>
              </a:rPr>
              <a:t>ports, </a:t>
            </a:r>
            <a:r>
              <a:rPr sz="2400" spc="-80" dirty="0">
                <a:latin typeface="Carlito"/>
                <a:cs typeface="Carlito"/>
              </a:rPr>
              <a:t>eSATA </a:t>
            </a:r>
            <a:r>
              <a:rPr sz="2400" spc="-5" dirty="0">
                <a:latin typeface="Carlito"/>
                <a:cs typeface="Carlito"/>
              </a:rPr>
              <a:t>ports,  Thunderbolt ports (Apple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Plug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Play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standard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365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Ports </a:t>
            </a:r>
            <a:r>
              <a:rPr sz="3600" spc="-405" dirty="0"/>
              <a:t>and</a:t>
            </a:r>
            <a:r>
              <a:rPr sz="3600" spc="-60" dirty="0"/>
              <a:t> </a:t>
            </a:r>
            <a:r>
              <a:rPr sz="3600" spc="-455" dirty="0"/>
              <a:t>Connectors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23532" y="1772818"/>
            <a:ext cx="6946831" cy="417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380351" y="1844801"/>
            <a:ext cx="1227086" cy="8229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365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Ports </a:t>
            </a:r>
            <a:r>
              <a:rPr sz="3600" spc="-405" dirty="0"/>
              <a:t>and</a:t>
            </a:r>
            <a:r>
              <a:rPr sz="3600" spc="-60" dirty="0"/>
              <a:t> </a:t>
            </a:r>
            <a:r>
              <a:rPr sz="3600" spc="-455" dirty="0"/>
              <a:t>Connectors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97838"/>
            <a:ext cx="7227570" cy="40132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842644" indent="-287020">
              <a:lnSpc>
                <a:spcPts val="2590"/>
              </a:lnSpc>
              <a:spcBef>
                <a:spcPts val="42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Portable computers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ports similar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desktop 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many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112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Smartphones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mobile devices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limited</a:t>
            </a:r>
            <a:endParaRPr sz="2400">
              <a:latin typeface="Carlito"/>
              <a:cs typeface="Carlito"/>
            </a:endParaRPr>
          </a:p>
          <a:p>
            <a:pPr marL="2990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expansion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capabilities</a:t>
            </a:r>
            <a:endParaRPr sz="2400">
              <a:latin typeface="Carlito"/>
              <a:cs typeface="Carlito"/>
            </a:endParaRPr>
          </a:p>
          <a:p>
            <a:pPr marL="697865" marR="48704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dirty="0">
                <a:latin typeface="Carlito"/>
                <a:cs typeface="Carlito"/>
              </a:rPr>
              <a:t>a USB </a:t>
            </a:r>
            <a:r>
              <a:rPr sz="2400" spc="-5" dirty="0">
                <a:latin typeface="Carlito"/>
                <a:cs typeface="Carlito"/>
              </a:rPr>
              <a:t>port, HDMI port, </a:t>
            </a:r>
            <a:r>
              <a:rPr sz="2400" spc="-10" dirty="0">
                <a:latin typeface="Carlito"/>
                <a:cs typeface="Carlito"/>
              </a:rPr>
              <a:t>and/or </a:t>
            </a:r>
            <a:r>
              <a:rPr sz="2400" spc="-5" dirty="0">
                <a:latin typeface="Carlito"/>
                <a:cs typeface="Carlito"/>
              </a:rPr>
              <a:t>flash 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slot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dirty="0">
                <a:latin typeface="Carlito"/>
                <a:cs typeface="Carlito"/>
              </a:rPr>
              <a:t>memory </a:t>
            </a:r>
            <a:r>
              <a:rPr sz="2400" spc="-15" dirty="0">
                <a:latin typeface="Carlito"/>
                <a:cs typeface="Carlito"/>
              </a:rPr>
              <a:t>cards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Secure Digital </a:t>
            </a:r>
            <a:r>
              <a:rPr sz="2400" spc="-5" dirty="0">
                <a:latin typeface="Carlito"/>
                <a:cs typeface="Carlito"/>
              </a:rPr>
              <a:t>(SD)  </a:t>
            </a:r>
            <a:r>
              <a:rPr sz="2400" spc="-15" dirty="0">
                <a:latin typeface="Carlito"/>
                <a:cs typeface="Carlito"/>
              </a:rPr>
              <a:t>format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MiniSD and </a:t>
            </a:r>
            <a:r>
              <a:rPr sz="2400" spc="-10" dirty="0">
                <a:latin typeface="Carlito"/>
                <a:cs typeface="Carlito"/>
              </a:rPr>
              <a:t>microSD </a:t>
            </a:r>
            <a:r>
              <a:rPr sz="2400" spc="-15" dirty="0">
                <a:latin typeface="Carlito"/>
                <a:cs typeface="Carlito"/>
              </a:rPr>
              <a:t>cars are </a:t>
            </a:r>
            <a:r>
              <a:rPr sz="2400" spc="-5" dirty="0">
                <a:latin typeface="Carlito"/>
                <a:cs typeface="Carlito"/>
              </a:rPr>
              <a:t>smaller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regular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SD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cards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365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Ports </a:t>
            </a:r>
            <a:r>
              <a:rPr sz="3600" spc="-405" dirty="0"/>
              <a:t>and</a:t>
            </a:r>
            <a:r>
              <a:rPr sz="3600" spc="-60" dirty="0"/>
              <a:t> </a:t>
            </a:r>
            <a:r>
              <a:rPr sz="3600" spc="-455" dirty="0"/>
              <a:t>Connectors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65083" y="2060829"/>
            <a:ext cx="7532222" cy="30757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60260" y="5301208"/>
            <a:ext cx="1402842" cy="5292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2057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Trend</a:t>
            </a:r>
            <a:r>
              <a:rPr sz="3600" spc="-29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788027" y="3140964"/>
            <a:ext cx="3905250" cy="312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461262"/>
            <a:ext cx="530479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65" dirty="0">
                <a:latin typeface="Arial"/>
                <a:cs typeface="Arial"/>
              </a:rPr>
              <a:t>Tablet</a:t>
            </a:r>
            <a:r>
              <a:rPr sz="2400" b="1" spc="-150" dirty="0">
                <a:latin typeface="Arial"/>
                <a:cs typeface="Arial"/>
              </a:rPr>
              <a:t> </a:t>
            </a:r>
            <a:r>
              <a:rPr sz="2400" b="1" spc="-265" dirty="0">
                <a:latin typeface="Arial"/>
                <a:cs typeface="Arial"/>
              </a:rPr>
              <a:t>Docks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help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tablet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productivity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just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stand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dirty="0">
                <a:latin typeface="Carlito"/>
                <a:cs typeface="Carlito"/>
              </a:rPr>
              <a:t>include 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keyboard</a:t>
            </a:r>
            <a:endParaRPr sz="2400">
              <a:latin typeface="Carlito"/>
              <a:cs typeface="Carlito"/>
            </a:endParaRPr>
          </a:p>
          <a:p>
            <a:pPr marL="756285" marR="1426845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ports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(USB,  </a:t>
            </a:r>
            <a:r>
              <a:rPr sz="2400" spc="-35" dirty="0">
                <a:latin typeface="Carlito"/>
                <a:cs typeface="Carlito"/>
              </a:rPr>
              <a:t>monitor, </a:t>
            </a:r>
            <a:r>
              <a:rPr sz="2400" spc="-10" dirty="0">
                <a:latin typeface="Carlito"/>
                <a:cs typeface="Carlito"/>
              </a:rPr>
              <a:t>etc.)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 </a:t>
            </a:r>
            <a:r>
              <a:rPr sz="2400" spc="-5" dirty="0">
                <a:latin typeface="Carlito"/>
                <a:cs typeface="Carlito"/>
              </a:rPr>
              <a:t>peripherals</a:t>
            </a:r>
            <a:endParaRPr sz="2400">
              <a:latin typeface="Carlito"/>
              <a:cs typeface="Carlito"/>
            </a:endParaRPr>
          </a:p>
          <a:p>
            <a:pPr marL="756285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battery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4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25" dirty="0"/>
              <a:t>the </a:t>
            </a:r>
            <a:r>
              <a:rPr sz="3600" spc="-565" dirty="0"/>
              <a:t>CPU</a:t>
            </a:r>
            <a:r>
              <a:rPr sz="3600" spc="-455" dirty="0"/>
              <a:t> </a:t>
            </a:r>
            <a:r>
              <a:rPr sz="3600" spc="-440" dirty="0"/>
              <a:t>Works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2909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10" dirty="0">
                <a:latin typeface="Carlito"/>
                <a:cs typeface="Carlito"/>
              </a:rPr>
              <a:t>(Central Processing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Unit)</a:t>
            </a:r>
            <a:endParaRPr sz="2400">
              <a:latin typeface="Carlito"/>
              <a:cs typeface="Carlito"/>
            </a:endParaRPr>
          </a:p>
          <a:p>
            <a:pPr marL="756285" marR="4445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Consists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variety </a:t>
            </a:r>
            <a:r>
              <a:rPr sz="2400" spc="-5" dirty="0">
                <a:latin typeface="Carlito"/>
                <a:cs typeface="Carlito"/>
              </a:rPr>
              <a:t>of circuitry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components packaged  together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5" dirty="0">
                <a:latin typeface="Carlito"/>
                <a:cs typeface="Carlito"/>
              </a:rPr>
              <a:t>Transistor: </a:t>
            </a:r>
            <a:r>
              <a:rPr sz="2400" spc="-20" dirty="0">
                <a:latin typeface="Carlito"/>
                <a:cs typeface="Carlito"/>
              </a:rPr>
              <a:t>Key </a:t>
            </a:r>
            <a:r>
              <a:rPr sz="2400" spc="-5" dirty="0">
                <a:latin typeface="Carlito"/>
                <a:cs typeface="Carlito"/>
              </a:rPr>
              <a:t>element 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0" dirty="0">
                <a:latin typeface="Carlito"/>
                <a:cs typeface="Carlito"/>
              </a:rPr>
              <a:t> microprocessor</a:t>
            </a:r>
            <a:endParaRPr sz="2400">
              <a:latin typeface="Carlito"/>
              <a:cs typeface="Carlito"/>
            </a:endParaRPr>
          </a:p>
          <a:p>
            <a:pPr marL="1155700" marR="2984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semi-conductor </a:t>
            </a:r>
            <a:r>
              <a:rPr sz="2400" spc="-5" dirty="0">
                <a:latin typeface="Carlito"/>
                <a:cs typeface="Carlito"/>
              </a:rPr>
              <a:t>material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acts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switch  </a:t>
            </a:r>
            <a:r>
              <a:rPr sz="2400" spc="-15" dirty="0">
                <a:latin typeface="Carlito"/>
                <a:cs typeface="Carlito"/>
              </a:rPr>
              <a:t>controlling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flow of </a:t>
            </a:r>
            <a:r>
              <a:rPr sz="2400" spc="-5" dirty="0">
                <a:latin typeface="Carlito"/>
                <a:cs typeface="Carlito"/>
              </a:rPr>
              <a:t>electrons </a:t>
            </a:r>
            <a:r>
              <a:rPr sz="2400" dirty="0">
                <a:latin typeface="Carlito"/>
                <a:cs typeface="Carlito"/>
              </a:rPr>
              <a:t>inside a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chip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185" dirty="0">
                <a:latin typeface="Arial"/>
                <a:cs typeface="Arial"/>
              </a:rPr>
              <a:t>Today’s </a:t>
            </a:r>
            <a:r>
              <a:rPr sz="2400" spc="-325" dirty="0">
                <a:latin typeface="Arial"/>
                <a:cs typeface="Arial"/>
              </a:rPr>
              <a:t>CPUs </a:t>
            </a:r>
            <a:r>
              <a:rPr sz="2400" spc="-75" dirty="0">
                <a:latin typeface="Arial"/>
                <a:cs typeface="Arial"/>
              </a:rPr>
              <a:t>contain </a:t>
            </a:r>
            <a:r>
              <a:rPr sz="2400" spc="-100" dirty="0">
                <a:latin typeface="Arial"/>
                <a:cs typeface="Arial"/>
              </a:rPr>
              <a:t>hundreds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55" dirty="0">
                <a:latin typeface="Arial"/>
                <a:cs typeface="Arial"/>
              </a:rPr>
              <a:t>millions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transistors;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number </a:t>
            </a:r>
            <a:r>
              <a:rPr sz="2400" spc="-105" dirty="0">
                <a:latin typeface="Arial"/>
                <a:cs typeface="Arial"/>
              </a:rPr>
              <a:t>doubles </a:t>
            </a:r>
            <a:r>
              <a:rPr sz="2400" spc="-55" dirty="0">
                <a:latin typeface="Arial"/>
                <a:cs typeface="Arial"/>
              </a:rPr>
              <a:t>about </a:t>
            </a:r>
            <a:r>
              <a:rPr sz="2400" spc="-105" dirty="0">
                <a:latin typeface="Arial"/>
                <a:cs typeface="Arial"/>
              </a:rPr>
              <a:t>every </a:t>
            </a:r>
            <a:r>
              <a:rPr sz="2400" spc="-120" dirty="0">
                <a:latin typeface="Arial"/>
                <a:cs typeface="Arial"/>
              </a:rPr>
              <a:t>18 </a:t>
            </a:r>
            <a:r>
              <a:rPr sz="2400" spc="-80" dirty="0">
                <a:latin typeface="Arial"/>
                <a:cs typeface="Arial"/>
              </a:rPr>
              <a:t>months </a:t>
            </a:r>
            <a:r>
              <a:rPr sz="2400" spc="-85" dirty="0">
                <a:latin typeface="Arial"/>
                <a:cs typeface="Arial"/>
              </a:rPr>
              <a:t>(Moore’s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Law)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415" dirty="0"/>
              <a:t>Industry</a:t>
            </a:r>
            <a:r>
              <a:rPr sz="3600" spc="17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51929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50" dirty="0">
                <a:latin typeface="Arial"/>
                <a:cs typeface="Arial"/>
              </a:rPr>
              <a:t>Moore’s</a:t>
            </a:r>
            <a:r>
              <a:rPr sz="2400" b="1" spc="-165" dirty="0">
                <a:latin typeface="Arial"/>
                <a:cs typeface="Arial"/>
              </a:rPr>
              <a:t> </a:t>
            </a:r>
            <a:r>
              <a:rPr sz="2400" b="1" spc="-235" dirty="0">
                <a:latin typeface="Arial"/>
                <a:cs typeface="Arial"/>
              </a:rPr>
              <a:t>Law</a:t>
            </a:r>
            <a:endParaRPr sz="2400">
              <a:latin typeface="Arial"/>
              <a:cs typeface="Arial"/>
            </a:endParaRPr>
          </a:p>
          <a:p>
            <a:pPr marL="756285" marR="9207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1965, </a:t>
            </a:r>
            <a:r>
              <a:rPr sz="2400" spc="-10" dirty="0">
                <a:latin typeface="Carlito"/>
                <a:cs typeface="Carlito"/>
              </a:rPr>
              <a:t>Gordon Moore  predicted that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number of  </a:t>
            </a:r>
            <a:r>
              <a:rPr sz="2400" spc="-15" dirty="0">
                <a:latin typeface="Carlito"/>
                <a:cs typeface="Carlito"/>
              </a:rPr>
              <a:t>transistors </a:t>
            </a:r>
            <a:r>
              <a:rPr sz="2400" spc="-5" dirty="0">
                <a:latin typeface="Carlito"/>
                <a:cs typeface="Carlito"/>
              </a:rPr>
              <a:t>per </a:t>
            </a:r>
            <a:r>
              <a:rPr sz="2400" spc="-10" dirty="0">
                <a:latin typeface="Carlito"/>
                <a:cs typeface="Carlito"/>
              </a:rPr>
              <a:t>square </a:t>
            </a:r>
            <a:r>
              <a:rPr sz="2400" dirty="0">
                <a:latin typeface="Carlito"/>
                <a:cs typeface="Carlito"/>
              </a:rPr>
              <a:t>inch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  chips had doubled every </a:t>
            </a:r>
            <a:r>
              <a:rPr sz="2400" spc="-10" dirty="0">
                <a:latin typeface="Carlito"/>
                <a:cs typeface="Carlito"/>
              </a:rPr>
              <a:t>two  years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that trend would  continue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85" dirty="0">
                <a:latin typeface="Arial"/>
                <a:cs typeface="Arial"/>
              </a:rPr>
              <a:t>Moore’s </a:t>
            </a:r>
            <a:r>
              <a:rPr sz="2400" spc="-185" dirty="0">
                <a:latin typeface="Arial"/>
                <a:cs typeface="Arial"/>
              </a:rPr>
              <a:t>Law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5" dirty="0">
                <a:latin typeface="Arial"/>
                <a:cs typeface="Arial"/>
              </a:rPr>
              <a:t>still </a:t>
            </a:r>
            <a:r>
              <a:rPr sz="2400" spc="-75" dirty="0">
                <a:latin typeface="Arial"/>
                <a:cs typeface="Arial"/>
              </a:rPr>
              <a:t>relevant  </a:t>
            </a:r>
            <a:r>
              <a:rPr sz="2400" spc="-20" dirty="0">
                <a:latin typeface="Carlito"/>
                <a:cs typeface="Carlito"/>
              </a:rPr>
              <a:t>today for </a:t>
            </a:r>
            <a:r>
              <a:rPr sz="2400" spc="-15" dirty="0">
                <a:latin typeface="Carlito"/>
                <a:cs typeface="Carlito"/>
              </a:rPr>
              <a:t>processors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well </a:t>
            </a:r>
            <a:r>
              <a:rPr sz="2400" dirty="0">
                <a:latin typeface="Carlito"/>
                <a:cs typeface="Carlito"/>
              </a:rPr>
              <a:t>as 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36108" y="1931060"/>
            <a:ext cx="3497580" cy="4335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4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25" dirty="0"/>
              <a:t>the </a:t>
            </a:r>
            <a:r>
              <a:rPr sz="3600" spc="-565" dirty="0"/>
              <a:t>CPU</a:t>
            </a:r>
            <a:r>
              <a:rPr sz="3600" spc="-455" dirty="0"/>
              <a:t> </a:t>
            </a:r>
            <a:r>
              <a:rPr sz="3600" spc="-440" dirty="0"/>
              <a:t>Works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4155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Typical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Arithmetic/Logic Unit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(ALU)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Performs </a:t>
            </a:r>
            <a:r>
              <a:rPr sz="2400" dirty="0">
                <a:latin typeface="Carlito"/>
                <a:cs typeface="Carlito"/>
              </a:rPr>
              <a:t>arithmetic </a:t>
            </a:r>
            <a:r>
              <a:rPr sz="2400" spc="-10" dirty="0">
                <a:latin typeface="Carlito"/>
                <a:cs typeface="Carlito"/>
              </a:rPr>
              <a:t>involving </a:t>
            </a:r>
            <a:r>
              <a:rPr sz="2400" spc="-15" dirty="0">
                <a:latin typeface="Carlito"/>
                <a:cs typeface="Carlito"/>
              </a:rPr>
              <a:t>integers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logical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operations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Floating </a:t>
            </a:r>
            <a:r>
              <a:rPr sz="2400" spc="-20" dirty="0">
                <a:latin typeface="Carlito"/>
                <a:cs typeface="Carlito"/>
              </a:rPr>
              <a:t>Point </a:t>
            </a:r>
            <a:r>
              <a:rPr sz="2400" spc="-5" dirty="0">
                <a:latin typeface="Carlito"/>
                <a:cs typeface="Carlito"/>
              </a:rPr>
              <a:t>Unit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(FPU)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Performs </a:t>
            </a:r>
            <a:r>
              <a:rPr sz="2400" spc="-5" dirty="0">
                <a:latin typeface="Carlito"/>
                <a:cs typeface="Carlito"/>
              </a:rPr>
              <a:t>decimal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arithmetic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Control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Coordinates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controls </a:t>
            </a:r>
            <a:r>
              <a:rPr sz="2400" dirty="0">
                <a:latin typeface="Carlito"/>
                <a:cs typeface="Carlito"/>
              </a:rPr>
              <a:t>activities within a </a:t>
            </a:r>
            <a:r>
              <a:rPr sz="2400" spc="-5" dirty="0">
                <a:latin typeface="Carlito"/>
                <a:cs typeface="Carlito"/>
              </a:rPr>
              <a:t>CPU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core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Prefetch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Attempts </a:t>
            </a:r>
            <a:r>
              <a:rPr sz="2400" spc="-15" dirty="0">
                <a:latin typeface="Carlito"/>
                <a:cs typeface="Carlito"/>
              </a:rPr>
              <a:t>to retrieve 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instructions </a:t>
            </a:r>
            <a:r>
              <a:rPr sz="2400" spc="-25" dirty="0">
                <a:latin typeface="Carlito"/>
                <a:cs typeface="Carlito"/>
              </a:rPr>
              <a:t>before </a:t>
            </a:r>
            <a:r>
              <a:rPr sz="2400" dirty="0">
                <a:latin typeface="Carlito"/>
                <a:cs typeface="Carlito"/>
              </a:rPr>
              <a:t>they 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needed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processing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order to </a:t>
            </a:r>
            <a:r>
              <a:rPr sz="2400" spc="-20" dirty="0">
                <a:latin typeface="Carlito"/>
                <a:cs typeface="Carlito"/>
              </a:rPr>
              <a:t>avoid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delays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4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25" dirty="0"/>
              <a:t>the </a:t>
            </a:r>
            <a:r>
              <a:rPr sz="3600" spc="-565" dirty="0"/>
              <a:t>CPU</a:t>
            </a:r>
            <a:r>
              <a:rPr sz="3600" spc="-455" dirty="0"/>
              <a:t> </a:t>
            </a:r>
            <a:r>
              <a:rPr sz="3600" spc="-440" dirty="0"/>
              <a:t>Works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25170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Decode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5" dirty="0">
                <a:latin typeface="Carlito"/>
                <a:cs typeface="Carlito"/>
              </a:rPr>
              <a:t>Translates </a:t>
            </a:r>
            <a:r>
              <a:rPr sz="2400" spc="-5" dirty="0">
                <a:latin typeface="Carlito"/>
                <a:cs typeface="Carlito"/>
              </a:rPr>
              <a:t>instructions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prefetch </a:t>
            </a:r>
            <a:r>
              <a:rPr sz="2400" spc="-5" dirty="0">
                <a:latin typeface="Carlito"/>
                <a:cs typeface="Carlito"/>
              </a:rPr>
              <a:t>unit so they  </a:t>
            </a:r>
            <a:r>
              <a:rPr sz="2400" spc="-15" dirty="0">
                <a:latin typeface="Carlito"/>
                <a:cs typeface="Carlito"/>
              </a:rPr>
              <a:t>are understood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control </a:t>
            </a:r>
            <a:r>
              <a:rPr sz="2400" spc="-5" dirty="0">
                <a:latin typeface="Carlito"/>
                <a:cs typeface="Carlito"/>
              </a:rPr>
              <a:t>unit, </a:t>
            </a:r>
            <a:r>
              <a:rPr sz="2400" spc="-25" dirty="0">
                <a:latin typeface="Carlito"/>
                <a:cs typeface="Carlito"/>
              </a:rPr>
              <a:t>ALU,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FPU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Registers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Internal </a:t>
            </a:r>
            <a:r>
              <a:rPr sz="2400" spc="-5" dirty="0">
                <a:latin typeface="Carlito"/>
                <a:cs typeface="Carlito"/>
              </a:rPr>
              <a:t>Cache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Store data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instructions needed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CPU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Bus </a:t>
            </a:r>
            <a:r>
              <a:rPr sz="2400" spc="-15" dirty="0">
                <a:latin typeface="Carlito"/>
                <a:cs typeface="Carlito"/>
              </a:rPr>
              <a:t>Interface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Unit</a:t>
            </a:r>
            <a:endParaRPr sz="2400">
              <a:latin typeface="Carlito"/>
              <a:cs typeface="Carlito"/>
            </a:endParaRPr>
          </a:p>
          <a:p>
            <a:pPr marL="697865" marR="61849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core </a:t>
            </a:r>
            <a:r>
              <a:rPr sz="2400" spc="-15" dirty="0">
                <a:latin typeface="Carlito"/>
                <a:cs typeface="Carlito"/>
              </a:rPr>
              <a:t>to communicate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other CPU 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41040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9" dirty="0"/>
              <a:t>How </a:t>
            </a:r>
            <a:r>
              <a:rPr sz="3600" spc="-420" dirty="0"/>
              <a:t>the </a:t>
            </a:r>
            <a:r>
              <a:rPr sz="3600" spc="-565" dirty="0"/>
              <a:t>CPU</a:t>
            </a:r>
            <a:r>
              <a:rPr sz="3600" spc="-495" dirty="0"/>
              <a:t> </a:t>
            </a:r>
            <a:r>
              <a:rPr sz="3600" spc="-440" dirty="0"/>
              <a:t>Works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67537" y="1556791"/>
            <a:ext cx="8216900" cy="4665980"/>
            <a:chOff x="467537" y="1556791"/>
            <a:chExt cx="8216900" cy="4665980"/>
          </a:xfrm>
        </p:grpSpPr>
        <p:sp>
          <p:nvSpPr>
            <p:cNvPr id="4" name="object 4"/>
            <p:cNvSpPr/>
            <p:nvPr/>
          </p:nvSpPr>
          <p:spPr>
            <a:xfrm>
              <a:off x="467537" y="1556791"/>
              <a:ext cx="6739493" cy="46657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36333" y="1700784"/>
              <a:ext cx="1447800" cy="4667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480" dirty="0"/>
              <a:t>System </a:t>
            </a:r>
            <a:r>
              <a:rPr spc="-455" dirty="0"/>
              <a:t>Clock </a:t>
            </a:r>
            <a:r>
              <a:rPr spc="-360" dirty="0"/>
              <a:t>and </a:t>
            </a:r>
            <a:r>
              <a:rPr spc="-380" dirty="0"/>
              <a:t>the </a:t>
            </a:r>
            <a:r>
              <a:rPr spc="-385" dirty="0"/>
              <a:t>Machine  </a:t>
            </a:r>
            <a:r>
              <a:rPr spc="-470" dirty="0"/>
              <a:t>Cycle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69200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Clock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Small quartz </a:t>
            </a:r>
            <a:r>
              <a:rPr sz="2400" spc="-10" dirty="0">
                <a:latin typeface="Carlito"/>
                <a:cs typeface="Carlito"/>
              </a:rPr>
              <a:t>crystal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motherboard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Timing mechanism </a:t>
            </a:r>
            <a:r>
              <a:rPr sz="2400" dirty="0">
                <a:latin typeface="Carlito"/>
                <a:cs typeface="Carlito"/>
              </a:rPr>
              <a:t>within the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35" dirty="0">
                <a:latin typeface="Arial"/>
                <a:cs typeface="Arial"/>
              </a:rPr>
              <a:t>synchronizes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computer’s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Sends out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signal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regular </a:t>
            </a:r>
            <a:r>
              <a:rPr sz="2400" spc="-5" dirty="0">
                <a:latin typeface="Carlito"/>
                <a:cs typeface="Carlito"/>
              </a:rPr>
              <a:t>basis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0" dirty="0">
                <a:latin typeface="Carlito"/>
                <a:cs typeface="Carlito"/>
              </a:rPr>
              <a:t>computer  components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signal </a:t>
            </a:r>
            <a:r>
              <a:rPr sz="2400" dirty="0">
                <a:latin typeface="Carlito"/>
                <a:cs typeface="Carlito"/>
              </a:rPr>
              <a:t>is a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cycle</a:t>
            </a:r>
            <a:endParaRPr sz="2400">
              <a:latin typeface="Carlito"/>
              <a:cs typeface="Carlito"/>
            </a:endParaRPr>
          </a:p>
          <a:p>
            <a:pPr marL="1155700" marR="97155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Number </a:t>
            </a:r>
            <a:r>
              <a:rPr sz="2400" spc="-5" dirty="0">
                <a:latin typeface="Carlito"/>
                <a:cs typeface="Carlito"/>
              </a:rPr>
              <a:t>of cycles per </a:t>
            </a:r>
            <a:r>
              <a:rPr sz="2400" spc="-10" dirty="0">
                <a:latin typeface="Carlito"/>
                <a:cs typeface="Carlito"/>
              </a:rPr>
              <a:t>second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measured </a:t>
            </a:r>
            <a:r>
              <a:rPr sz="2400" dirty="0">
                <a:latin typeface="Carlito"/>
                <a:cs typeface="Carlito"/>
              </a:rPr>
              <a:t>in  </a:t>
            </a:r>
            <a:r>
              <a:rPr sz="2400" spc="-5" dirty="0">
                <a:latin typeface="Carlito"/>
                <a:cs typeface="Carlito"/>
              </a:rPr>
              <a:t>hertz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(Hz)</a:t>
            </a:r>
            <a:endParaRPr sz="2400">
              <a:latin typeface="Carlito"/>
              <a:cs typeface="Carlito"/>
            </a:endParaRPr>
          </a:p>
          <a:p>
            <a:pPr marL="1155700" marR="140398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One megahertz </a:t>
            </a:r>
            <a:r>
              <a:rPr sz="2400" dirty="0">
                <a:latin typeface="Carlito"/>
                <a:cs typeface="Carlito"/>
              </a:rPr>
              <a:t>=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dirty="0">
                <a:latin typeface="Carlito"/>
                <a:cs typeface="Carlito"/>
              </a:rPr>
              <a:t>million </a:t>
            </a:r>
            <a:r>
              <a:rPr sz="2400" spc="-5" dirty="0">
                <a:latin typeface="Carlito"/>
                <a:cs typeface="Carlito"/>
              </a:rPr>
              <a:t>ticks of</a:t>
            </a:r>
            <a:r>
              <a:rPr sz="2400" spc="-1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clock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480" dirty="0"/>
              <a:t>System </a:t>
            </a:r>
            <a:r>
              <a:rPr spc="-455" dirty="0"/>
              <a:t>Clock </a:t>
            </a:r>
            <a:r>
              <a:rPr spc="-360" dirty="0"/>
              <a:t>and </a:t>
            </a:r>
            <a:r>
              <a:rPr spc="-380" dirty="0"/>
              <a:t>the </a:t>
            </a:r>
            <a:r>
              <a:rPr spc="-385" dirty="0"/>
              <a:t>Machine  </a:t>
            </a:r>
            <a:r>
              <a:rPr spc="-470" dirty="0"/>
              <a:t>Cycle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50</a:t>
            </a:fld>
            <a:endParaRPr spc="-16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00685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401320" algn="l"/>
              </a:tabLst>
            </a:pPr>
            <a:r>
              <a:rPr spc="-15" dirty="0"/>
              <a:t>Many </a:t>
            </a:r>
            <a:r>
              <a:rPr dirty="0"/>
              <a:t>PC </a:t>
            </a:r>
            <a:r>
              <a:rPr spc="-25" dirty="0"/>
              <a:t>system </a:t>
            </a:r>
            <a:r>
              <a:rPr spc="-5" dirty="0"/>
              <a:t>clocks </a:t>
            </a:r>
            <a:r>
              <a:rPr dirty="0"/>
              <a:t>run </a:t>
            </a:r>
            <a:r>
              <a:rPr spc="-15" dirty="0"/>
              <a:t>at </a:t>
            </a:r>
            <a:r>
              <a:rPr spc="-5" dirty="0"/>
              <a:t>200</a:t>
            </a:r>
            <a:r>
              <a:rPr spc="-45" dirty="0"/>
              <a:t> </a:t>
            </a:r>
            <a:r>
              <a:rPr dirty="0"/>
              <a:t>MHz</a:t>
            </a:r>
          </a:p>
          <a:p>
            <a:pPr marL="400685" marR="1143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401320" algn="l"/>
              </a:tabLst>
            </a:pPr>
            <a:r>
              <a:rPr spc="-10" dirty="0"/>
              <a:t>Computers can </a:t>
            </a:r>
            <a:r>
              <a:rPr dirty="0"/>
              <a:t>run </a:t>
            </a:r>
            <a:r>
              <a:rPr spc="-15" dirty="0"/>
              <a:t>at </a:t>
            </a:r>
            <a:r>
              <a:rPr dirty="0"/>
              <a:t>a multiple </a:t>
            </a:r>
            <a:r>
              <a:rPr spc="-5" dirty="0"/>
              <a:t>or </a:t>
            </a:r>
            <a:r>
              <a:rPr spc="-10" dirty="0"/>
              <a:t>fraction </a:t>
            </a:r>
            <a:r>
              <a:rPr spc="-5" dirty="0"/>
              <a:t>of</a:t>
            </a:r>
            <a:r>
              <a:rPr spc="-120" dirty="0"/>
              <a:t> </a:t>
            </a:r>
            <a:r>
              <a:rPr dirty="0"/>
              <a:t>the  </a:t>
            </a:r>
            <a:r>
              <a:rPr spc="-25" dirty="0"/>
              <a:t>system </a:t>
            </a:r>
            <a:r>
              <a:rPr dirty="0"/>
              <a:t>clock</a:t>
            </a:r>
            <a:r>
              <a:rPr spc="-35" dirty="0"/>
              <a:t> </a:t>
            </a:r>
            <a:r>
              <a:rPr spc="-5" dirty="0"/>
              <a:t>speed</a:t>
            </a:r>
          </a:p>
          <a:p>
            <a:pPr marL="400685" marR="12446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401320" algn="l"/>
              </a:tabLst>
            </a:pPr>
            <a:r>
              <a:rPr dirty="0"/>
              <a:t>A </a:t>
            </a:r>
            <a:r>
              <a:rPr spc="-5" dirty="0"/>
              <a:t>CPU </a:t>
            </a:r>
            <a:r>
              <a:rPr dirty="0"/>
              <a:t>clock </a:t>
            </a:r>
            <a:r>
              <a:rPr spc="-5" dirty="0"/>
              <a:t>speed of </a:t>
            </a:r>
            <a:r>
              <a:rPr dirty="0"/>
              <a:t>2 GHz means the CPU</a:t>
            </a:r>
            <a:r>
              <a:rPr spc="-175" dirty="0"/>
              <a:t> </a:t>
            </a:r>
            <a:r>
              <a:rPr dirty="0"/>
              <a:t>clock  </a:t>
            </a:r>
            <a:r>
              <a:rPr spc="-5" dirty="0">
                <a:latin typeface="Arial"/>
                <a:cs typeface="Arial"/>
              </a:rPr>
              <a:t>“ticks” </a:t>
            </a:r>
            <a:r>
              <a:rPr spc="-120" dirty="0">
                <a:latin typeface="Arial"/>
                <a:cs typeface="Arial"/>
              </a:rPr>
              <a:t>10 </a:t>
            </a:r>
            <a:r>
              <a:rPr spc="-70" dirty="0">
                <a:latin typeface="Arial"/>
                <a:cs typeface="Arial"/>
              </a:rPr>
              <a:t>times during </a:t>
            </a:r>
            <a:r>
              <a:rPr spc="-145" dirty="0">
                <a:latin typeface="Arial"/>
                <a:cs typeface="Arial"/>
              </a:rPr>
              <a:t>each system </a:t>
            </a:r>
            <a:r>
              <a:rPr spc="-110" dirty="0">
                <a:latin typeface="Arial"/>
                <a:cs typeface="Arial"/>
              </a:rPr>
              <a:t>clock</a:t>
            </a:r>
            <a:r>
              <a:rPr spc="-465" dirty="0">
                <a:latin typeface="Arial"/>
                <a:cs typeface="Arial"/>
              </a:rPr>
              <a:t> </a:t>
            </a:r>
            <a:r>
              <a:rPr spc="-35" dirty="0">
                <a:latin typeface="Arial"/>
                <a:cs typeface="Arial"/>
              </a:rPr>
              <a:t>tick</a:t>
            </a:r>
          </a:p>
          <a:p>
            <a:pPr marL="400685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401320" algn="l"/>
              </a:tabLst>
            </a:pPr>
            <a:r>
              <a:rPr spc="-5" dirty="0"/>
              <a:t>During </a:t>
            </a:r>
            <a:r>
              <a:rPr dirty="0"/>
              <a:t>each </a:t>
            </a:r>
            <a:r>
              <a:rPr spc="-5" dirty="0"/>
              <a:t>CPU </a:t>
            </a:r>
            <a:r>
              <a:rPr dirty="0"/>
              <a:t>clock tick, </a:t>
            </a:r>
            <a:r>
              <a:rPr spc="-5" dirty="0"/>
              <a:t>one or </a:t>
            </a:r>
            <a:r>
              <a:rPr spc="-15" dirty="0"/>
              <a:t>more </a:t>
            </a:r>
            <a:r>
              <a:rPr spc="-5" dirty="0"/>
              <a:t>pieces</a:t>
            </a:r>
            <a:r>
              <a:rPr spc="-130" dirty="0"/>
              <a:t> </a:t>
            </a:r>
            <a:r>
              <a:rPr spc="-5" dirty="0"/>
              <a:t>of</a:t>
            </a:r>
          </a:p>
          <a:p>
            <a:pPr marL="400685">
              <a:lnSpc>
                <a:spcPct val="100000"/>
              </a:lnSpc>
            </a:pPr>
            <a:r>
              <a:rPr spc="-10" dirty="0"/>
              <a:t>microcode </a:t>
            </a:r>
            <a:r>
              <a:rPr spc="-15" dirty="0"/>
              <a:t>are</a:t>
            </a:r>
            <a:r>
              <a:rPr spc="-40" dirty="0"/>
              <a:t> </a:t>
            </a:r>
            <a:r>
              <a:rPr spc="-10" dirty="0"/>
              <a:t>processed</a:t>
            </a:r>
          </a:p>
          <a:p>
            <a:pPr marL="400685" marR="508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401320" algn="l"/>
              </a:tabLst>
            </a:pPr>
            <a:r>
              <a:rPr dirty="0"/>
              <a:t>A </a:t>
            </a:r>
            <a:r>
              <a:rPr spc="-5" dirty="0"/>
              <a:t>CPU with </a:t>
            </a:r>
            <a:r>
              <a:rPr dirty="0"/>
              <a:t>a </a:t>
            </a:r>
            <a:r>
              <a:rPr spc="-5" dirty="0"/>
              <a:t>higher </a:t>
            </a:r>
            <a:r>
              <a:rPr dirty="0"/>
              <a:t>clock </a:t>
            </a:r>
            <a:r>
              <a:rPr spc="-5" dirty="0"/>
              <a:t>speed </a:t>
            </a:r>
            <a:r>
              <a:rPr spc="-10" dirty="0"/>
              <a:t>processes more  </a:t>
            </a:r>
            <a:r>
              <a:rPr spc="-5" dirty="0"/>
              <a:t>instructions per </a:t>
            </a:r>
            <a:r>
              <a:rPr spc="-10" dirty="0"/>
              <a:t>second </a:t>
            </a:r>
            <a:r>
              <a:rPr dirty="0"/>
              <a:t>than the </a:t>
            </a:r>
            <a:r>
              <a:rPr spc="-5" dirty="0"/>
              <a:t>same CPU </a:t>
            </a:r>
            <a:r>
              <a:rPr dirty="0"/>
              <a:t>with</a:t>
            </a:r>
            <a:r>
              <a:rPr spc="-95" dirty="0"/>
              <a:t> </a:t>
            </a:r>
            <a:r>
              <a:rPr dirty="0"/>
              <a:t>a  </a:t>
            </a:r>
            <a:r>
              <a:rPr spc="-10" dirty="0"/>
              <a:t>lower </a:t>
            </a:r>
            <a:r>
              <a:rPr spc="-5" dirty="0"/>
              <a:t>CPU </a:t>
            </a:r>
            <a:r>
              <a:rPr dirty="0"/>
              <a:t>clock</a:t>
            </a:r>
            <a:r>
              <a:rPr spc="-50" dirty="0"/>
              <a:t> </a:t>
            </a:r>
            <a:r>
              <a:rPr spc="-5" dirty="0"/>
              <a:t>speed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480" dirty="0"/>
              <a:t>System </a:t>
            </a:r>
            <a:r>
              <a:rPr spc="-455" dirty="0"/>
              <a:t>Clock </a:t>
            </a:r>
            <a:r>
              <a:rPr spc="-360" dirty="0"/>
              <a:t>and </a:t>
            </a:r>
            <a:r>
              <a:rPr spc="-380" dirty="0"/>
              <a:t>the </a:t>
            </a:r>
            <a:r>
              <a:rPr spc="-385" dirty="0"/>
              <a:t>Machine  </a:t>
            </a:r>
            <a:r>
              <a:rPr spc="-470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660900" cy="1635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Machine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Cycle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The series </a:t>
            </a:r>
            <a:r>
              <a:rPr sz="2400" spc="-10" dirty="0">
                <a:latin typeface="Carlito"/>
                <a:cs typeface="Carlito"/>
              </a:rPr>
              <a:t>of operations  </a:t>
            </a:r>
            <a:r>
              <a:rPr sz="2400" spc="-15" dirty="0">
                <a:latin typeface="Carlito"/>
                <a:cs typeface="Carlito"/>
              </a:rPr>
              <a:t>involved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execution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single machine </a:t>
            </a:r>
            <a:r>
              <a:rPr sz="2400" spc="-10" dirty="0">
                <a:latin typeface="Carlito"/>
                <a:cs typeface="Carlito"/>
              </a:rPr>
              <a:t>level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instruction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45430" y="1704936"/>
            <a:ext cx="4298568" cy="4100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87801" y="4797145"/>
            <a:ext cx="1446402" cy="9975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51</a:t>
            </a:fld>
            <a:endParaRPr spc="-1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90FA9F-3BBD-03DE-7F85-87252BCF8FB2}"/>
                  </a:ext>
                </a:extLst>
              </p14:cNvPr>
              <p14:cNvContentPartPr/>
              <p14:nvPr/>
            </p14:nvContentPartPr>
            <p14:xfrm>
              <a:off x="1897080" y="4762200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90FA9F-3BBD-03DE-7F85-87252BCF8F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080" y="47532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3AB38D3-4770-E2AA-DB33-A28BEE8E6832}"/>
                  </a:ext>
                </a:extLst>
              </p14:cNvPr>
              <p14:cNvContentPartPr/>
              <p14:nvPr/>
            </p14:nvContentPartPr>
            <p14:xfrm>
              <a:off x="1767840" y="512796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3AB38D3-4770-E2AA-DB33-A28BEE8E68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8840" y="511896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3B9AB66-E558-4392-03CB-A232C7467F99}"/>
                  </a:ext>
                </a:extLst>
              </p14:cNvPr>
              <p14:cNvContentPartPr/>
              <p14:nvPr/>
            </p14:nvContentPartPr>
            <p14:xfrm>
              <a:off x="7985760" y="2553240"/>
              <a:ext cx="224640" cy="103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3B9AB66-E558-4392-03CB-A232C7467F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76760" y="2544600"/>
                <a:ext cx="2422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91A5225-B46F-27A7-472A-FF0B83697620}"/>
                  </a:ext>
                </a:extLst>
              </p14:cNvPr>
              <p14:cNvContentPartPr/>
              <p14:nvPr/>
            </p14:nvContentPartPr>
            <p14:xfrm>
              <a:off x="8000880" y="4579320"/>
              <a:ext cx="304200" cy="364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91A5225-B46F-27A7-472A-FF0B8369762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91880" y="4570320"/>
                <a:ext cx="321840" cy="38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87CD4B-F57B-F4C4-EF54-6BC06C444BCC}"/>
                  </a:ext>
                </a:extLst>
              </p14:cNvPr>
              <p14:cNvContentPartPr/>
              <p14:nvPr/>
            </p14:nvContentPartPr>
            <p14:xfrm>
              <a:off x="1064789" y="2940108"/>
              <a:ext cx="2756880" cy="337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87CD4B-F57B-F4C4-EF54-6BC06C444B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6149" y="2931468"/>
                <a:ext cx="27745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A137F6-B48A-D93E-23AA-7FC113985C59}"/>
                  </a:ext>
                </a:extLst>
              </p14:cNvPr>
              <p14:cNvContentPartPr/>
              <p14:nvPr/>
            </p14:nvContentPartPr>
            <p14:xfrm>
              <a:off x="802349" y="2541588"/>
              <a:ext cx="1056600" cy="1016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A137F6-B48A-D93E-23AA-7FC113985C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3709" y="2532588"/>
                <a:ext cx="1074240" cy="10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87836C-95C4-6258-AF2B-232AE99AA746}"/>
                  </a:ext>
                </a:extLst>
              </p14:cNvPr>
              <p14:cNvContentPartPr/>
              <p14:nvPr/>
            </p14:nvContentPartPr>
            <p14:xfrm>
              <a:off x="1878389" y="2943708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87836C-95C4-6258-AF2B-232AE99AA7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9749" y="29347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37941D-B078-5F3D-616E-8DF132F513F0}"/>
                  </a:ext>
                </a:extLst>
              </p14:cNvPr>
              <p14:cNvContentPartPr/>
              <p14:nvPr/>
            </p14:nvContentPartPr>
            <p14:xfrm>
              <a:off x="1878389" y="2702148"/>
              <a:ext cx="986040" cy="895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37941D-B078-5F3D-616E-8DF132F513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69749" y="2693508"/>
                <a:ext cx="1003680" cy="9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9AA8307-1B0D-D4A8-C209-A7B180C7A3F5}"/>
                  </a:ext>
                </a:extLst>
              </p14:cNvPr>
              <p14:cNvContentPartPr/>
              <p14:nvPr/>
            </p14:nvContentPartPr>
            <p14:xfrm>
              <a:off x="2903309" y="2471028"/>
              <a:ext cx="926280" cy="116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9AA8307-1B0D-D4A8-C209-A7B180C7A3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4669" y="2462388"/>
                <a:ext cx="943920" cy="11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B4723A15-0491-2A92-F816-03A5F30E8D69}"/>
              </a:ext>
            </a:extLst>
          </p:cNvPr>
          <p:cNvGrpSpPr/>
          <p:nvPr/>
        </p:nvGrpSpPr>
        <p:grpSpPr>
          <a:xfrm>
            <a:off x="5285069" y="2701428"/>
            <a:ext cx="1634760" cy="475560"/>
            <a:chOff x="5285069" y="2701428"/>
            <a:chExt cx="163476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7050BA-708F-5580-372C-CCCA916B6F68}"/>
                    </a:ext>
                  </a:extLst>
                </p14:cNvPr>
                <p14:cNvContentPartPr/>
                <p14:nvPr/>
              </p14:nvContentPartPr>
              <p14:xfrm>
                <a:off x="5285069" y="2712228"/>
                <a:ext cx="200520" cy="464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7050BA-708F-5580-372C-CCCA916B6F6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76429" y="2703588"/>
                  <a:ext cx="2181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0667BE-0909-64D9-A67D-258C5162B9DB}"/>
                    </a:ext>
                  </a:extLst>
                </p14:cNvPr>
                <p14:cNvContentPartPr/>
                <p14:nvPr/>
              </p14:nvContentPartPr>
              <p14:xfrm>
                <a:off x="5773589" y="2701428"/>
                <a:ext cx="265320" cy="445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0667BE-0909-64D9-A67D-258C5162B9D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64949" y="2692428"/>
                  <a:ext cx="2829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FC369A-2C17-264A-06C9-9142E5290467}"/>
                    </a:ext>
                  </a:extLst>
                </p14:cNvPr>
                <p14:cNvContentPartPr/>
                <p14:nvPr/>
              </p14:nvContentPartPr>
              <p14:xfrm>
                <a:off x="6269669" y="2752908"/>
                <a:ext cx="71640" cy="325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FC369A-2C17-264A-06C9-9142E52904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1029" y="2743908"/>
                  <a:ext cx="892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B956F3C-BFED-A636-C30F-6D2979F6EA04}"/>
                    </a:ext>
                  </a:extLst>
                </p14:cNvPr>
                <p14:cNvContentPartPr/>
                <p14:nvPr/>
              </p14:nvContentPartPr>
              <p14:xfrm>
                <a:off x="6339869" y="2788188"/>
                <a:ext cx="243720" cy="221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B956F3C-BFED-A636-C30F-6D2979F6EA0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31229" y="2779548"/>
                  <a:ext cx="261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F64841-6BA9-60C2-C75B-178F7E3EA227}"/>
                    </a:ext>
                  </a:extLst>
                </p14:cNvPr>
                <p14:cNvContentPartPr/>
                <p14:nvPr/>
              </p14:nvContentPartPr>
              <p14:xfrm>
                <a:off x="6762149" y="2862348"/>
                <a:ext cx="157680" cy="185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F64841-6BA9-60C2-C75B-178F7E3EA2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3149" y="2853348"/>
                  <a:ext cx="1753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78D734-EE0A-8C58-8EA2-FC979F609624}"/>
                    </a:ext>
                  </a:extLst>
                </p14:cNvPr>
                <p14:cNvContentPartPr/>
                <p14:nvPr/>
              </p14:nvContentPartPr>
              <p14:xfrm>
                <a:off x="5925869" y="3005628"/>
                <a:ext cx="52920" cy="29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78D734-EE0A-8C58-8EA2-FC979F6096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16869" y="2996628"/>
                  <a:ext cx="7056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68D065-93F6-EAEC-729E-587716032B76}"/>
              </a:ext>
            </a:extLst>
          </p:cNvPr>
          <p:cNvGrpSpPr/>
          <p:nvPr/>
        </p:nvGrpSpPr>
        <p:grpSpPr>
          <a:xfrm>
            <a:off x="5807429" y="3416028"/>
            <a:ext cx="332640" cy="616320"/>
            <a:chOff x="5807429" y="3416028"/>
            <a:chExt cx="332640" cy="61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F915D05-0280-DB86-FCB0-640685ABA2FA}"/>
                    </a:ext>
                  </a:extLst>
                </p14:cNvPr>
                <p14:cNvContentPartPr/>
                <p14:nvPr/>
              </p14:nvContentPartPr>
              <p14:xfrm>
                <a:off x="5807429" y="3627348"/>
                <a:ext cx="360" cy="405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F915D05-0280-DB86-FCB0-640685ABA2F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98429" y="3618348"/>
                  <a:ext cx="180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848C64F-0727-C88B-688A-D9A4E8F687E0}"/>
                    </a:ext>
                  </a:extLst>
                </p14:cNvPr>
                <p14:cNvContentPartPr/>
                <p14:nvPr/>
              </p14:nvContentPartPr>
              <p14:xfrm>
                <a:off x="5956469" y="3785748"/>
                <a:ext cx="164160" cy="19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848C64F-0727-C88B-688A-D9A4E8F687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47829" y="3776748"/>
                  <a:ext cx="181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555A3B-5C17-2118-21FB-76F4917E6A8E}"/>
                    </a:ext>
                  </a:extLst>
                </p14:cNvPr>
                <p14:cNvContentPartPr/>
                <p14:nvPr/>
              </p14:nvContentPartPr>
              <p14:xfrm>
                <a:off x="6047189" y="3416028"/>
                <a:ext cx="92880" cy="17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555A3B-5C17-2118-21FB-76F4917E6A8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38189" y="3407028"/>
                  <a:ext cx="1105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223F09-9CF3-49F9-1EE3-A4B5E53D25A2}"/>
              </a:ext>
            </a:extLst>
          </p:cNvPr>
          <p:cNvGrpSpPr/>
          <p:nvPr/>
        </p:nvGrpSpPr>
        <p:grpSpPr>
          <a:xfrm>
            <a:off x="5104349" y="3637068"/>
            <a:ext cx="540000" cy="334800"/>
            <a:chOff x="5104349" y="3637068"/>
            <a:chExt cx="54000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7E909DE-906E-BFFA-6367-35D7C12A768E}"/>
                    </a:ext>
                  </a:extLst>
                </p14:cNvPr>
                <p14:cNvContentPartPr/>
                <p14:nvPr/>
              </p14:nvContentPartPr>
              <p14:xfrm>
                <a:off x="5104349" y="3637068"/>
                <a:ext cx="249840" cy="334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7E909DE-906E-BFFA-6367-35D7C12A76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95349" y="3628068"/>
                  <a:ext cx="2674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467E47-D2C9-25E8-EBF1-61E90EA5C0AB}"/>
                    </a:ext>
                  </a:extLst>
                </p14:cNvPr>
                <p14:cNvContentPartPr/>
                <p14:nvPr/>
              </p14:nvContentPartPr>
              <p14:xfrm>
                <a:off x="5539589" y="3797628"/>
                <a:ext cx="77400" cy="134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467E47-D2C9-25E8-EBF1-61E90EA5C0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30589" y="3788988"/>
                  <a:ext cx="950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B748BE4-8FF1-DD34-BB26-B54C93AA2FAF}"/>
                    </a:ext>
                  </a:extLst>
                </p14:cNvPr>
                <p14:cNvContentPartPr/>
                <p14:nvPr/>
              </p14:nvContentPartPr>
              <p14:xfrm>
                <a:off x="5536349" y="3837948"/>
                <a:ext cx="108000" cy="81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B748BE4-8FF1-DD34-BB26-B54C93AA2F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27349" y="3829308"/>
                  <a:ext cx="12564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81F15C2-3EA0-65FC-F9D8-3185AD689465}"/>
              </a:ext>
            </a:extLst>
          </p:cNvPr>
          <p:cNvGrpSpPr/>
          <p:nvPr/>
        </p:nvGrpSpPr>
        <p:grpSpPr>
          <a:xfrm>
            <a:off x="6420869" y="3566868"/>
            <a:ext cx="459000" cy="347400"/>
            <a:chOff x="6420869" y="3566868"/>
            <a:chExt cx="45900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A6221F-11D7-EA08-DB16-9FD0816D6390}"/>
                    </a:ext>
                  </a:extLst>
                </p14:cNvPr>
                <p14:cNvContentPartPr/>
                <p14:nvPr/>
              </p14:nvContentPartPr>
              <p14:xfrm>
                <a:off x="6420869" y="3566868"/>
                <a:ext cx="11160" cy="347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A6221F-11D7-EA08-DB16-9FD0816D639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11869" y="3558228"/>
                  <a:ext cx="288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0F8665-3F37-D70B-7818-7CECE73B626C}"/>
                    </a:ext>
                  </a:extLst>
                </p14:cNvPr>
                <p14:cNvContentPartPr/>
                <p14:nvPr/>
              </p14:nvContentPartPr>
              <p14:xfrm>
                <a:off x="6430589" y="3590628"/>
                <a:ext cx="193680" cy="27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0F8665-3F37-D70B-7818-7CECE73B62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1949" y="3581628"/>
                  <a:ext cx="2113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761A6C-CEA9-D331-92DD-41D67D6AC7E4}"/>
                    </a:ext>
                  </a:extLst>
                </p14:cNvPr>
                <p14:cNvContentPartPr/>
                <p14:nvPr/>
              </p14:nvContentPartPr>
              <p14:xfrm>
                <a:off x="6752069" y="3687108"/>
                <a:ext cx="127800" cy="18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761A6C-CEA9-D331-92DD-41D67D6AC7E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43429" y="3678108"/>
                  <a:ext cx="14544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4F15BE-AA83-C0DA-5E59-A0A570F5A492}"/>
              </a:ext>
            </a:extLst>
          </p:cNvPr>
          <p:cNvGrpSpPr/>
          <p:nvPr/>
        </p:nvGrpSpPr>
        <p:grpSpPr>
          <a:xfrm>
            <a:off x="1634309" y="4610148"/>
            <a:ext cx="1072080" cy="538200"/>
            <a:chOff x="1634309" y="4610148"/>
            <a:chExt cx="1072080" cy="53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2AF4BA-3DD5-48F9-5416-860965B0C5CE}"/>
                    </a:ext>
                  </a:extLst>
                </p14:cNvPr>
                <p14:cNvContentPartPr/>
                <p14:nvPr/>
              </p14:nvContentPartPr>
              <p14:xfrm>
                <a:off x="1634309" y="4700508"/>
                <a:ext cx="338040" cy="447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2AF4BA-3DD5-48F9-5416-860965B0C5C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25309" y="4691508"/>
                  <a:ext cx="3556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5F43E0-F14B-B200-850D-B677A0CC44CE}"/>
                    </a:ext>
                  </a:extLst>
                </p14:cNvPr>
                <p14:cNvContentPartPr/>
                <p14:nvPr/>
              </p14:nvContentPartPr>
              <p14:xfrm>
                <a:off x="2179709" y="4752348"/>
                <a:ext cx="30960" cy="223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5F43E0-F14B-B200-850D-B677A0CC44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70709" y="4743708"/>
                  <a:ext cx="48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176A6C-6410-E43B-FF3A-3D2D20AD2BB4}"/>
                    </a:ext>
                  </a:extLst>
                </p14:cNvPr>
                <p14:cNvContentPartPr/>
                <p14:nvPr/>
              </p14:nvContentPartPr>
              <p14:xfrm>
                <a:off x="2079989" y="4862868"/>
                <a:ext cx="171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176A6C-6410-E43B-FF3A-3D2D20AD2BB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70989" y="4854228"/>
                  <a:ext cx="18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F89FFE-7DF5-1304-75A0-B0BE5F486CBB}"/>
                    </a:ext>
                  </a:extLst>
                </p14:cNvPr>
                <p14:cNvContentPartPr/>
                <p14:nvPr/>
              </p14:nvContentPartPr>
              <p14:xfrm>
                <a:off x="2382749" y="4610148"/>
                <a:ext cx="323640" cy="39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F89FFE-7DF5-1304-75A0-B0BE5F486C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3749" y="4601148"/>
                  <a:ext cx="341280" cy="40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298F30A-C934-E37E-AD96-C7A1630D970B}"/>
                  </a:ext>
                </a:extLst>
              </p14:cNvPr>
              <p14:cNvContentPartPr/>
              <p14:nvPr/>
            </p14:nvContentPartPr>
            <p14:xfrm>
              <a:off x="4993829" y="1707828"/>
              <a:ext cx="360" cy="3211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298F30A-C934-E37E-AD96-C7A1630D970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84829" y="1699188"/>
                <a:ext cx="180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C9C975F-EF9D-9B35-612B-8DA1D554317C}"/>
                  </a:ext>
                </a:extLst>
              </p14:cNvPr>
              <p14:cNvContentPartPr/>
              <p14:nvPr/>
            </p14:nvContentPartPr>
            <p14:xfrm>
              <a:off x="4893029" y="1667508"/>
              <a:ext cx="240120" cy="216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C9C975F-EF9D-9B35-612B-8DA1D554317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884389" y="1658868"/>
                <a:ext cx="2577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F838A23-3836-8FD0-8376-F0BE8EB95A4F}"/>
                  </a:ext>
                </a:extLst>
              </p14:cNvPr>
              <p14:cNvContentPartPr/>
              <p14:nvPr/>
            </p14:nvContentPartPr>
            <p14:xfrm>
              <a:off x="5264909" y="1868388"/>
              <a:ext cx="15444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F838A23-3836-8FD0-8376-F0BE8EB95A4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55909" y="1859748"/>
                <a:ext cx="172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BB3913B-CB10-51D1-51BB-045A6B3D690D}"/>
                  </a:ext>
                </a:extLst>
              </p14:cNvPr>
              <p14:cNvContentPartPr/>
              <p14:nvPr/>
            </p14:nvContentPartPr>
            <p14:xfrm>
              <a:off x="5264909" y="1978908"/>
              <a:ext cx="180360" cy="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BB3913B-CB10-51D1-51BB-045A6B3D690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55909" y="1970268"/>
                <a:ext cx="19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5EAE3B8-0547-75E4-2889-7A6F8C846CAD}"/>
                  </a:ext>
                </a:extLst>
              </p14:cNvPr>
              <p14:cNvContentPartPr/>
              <p14:nvPr/>
            </p14:nvContentPartPr>
            <p14:xfrm>
              <a:off x="5767469" y="1556988"/>
              <a:ext cx="360" cy="297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5EAE3B8-0547-75E4-2889-7A6F8C846CA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758829" y="1548348"/>
                <a:ext cx="18000" cy="31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3A8C234-A899-7B4C-5E13-3193E788B722}"/>
              </a:ext>
            </a:extLst>
          </p:cNvPr>
          <p:cNvGrpSpPr/>
          <p:nvPr/>
        </p:nvGrpSpPr>
        <p:grpSpPr>
          <a:xfrm>
            <a:off x="5669160" y="2003880"/>
            <a:ext cx="467280" cy="383400"/>
            <a:chOff x="5669160" y="2003880"/>
            <a:chExt cx="46728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C9D054-D312-AE64-9D98-416F06F26223}"/>
                    </a:ext>
                  </a:extLst>
                </p14:cNvPr>
                <p14:cNvContentPartPr/>
                <p14:nvPr/>
              </p14:nvContentPartPr>
              <p14:xfrm>
                <a:off x="5669160" y="2003880"/>
                <a:ext cx="46728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C9D054-D312-AE64-9D98-416F06F262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60160" y="1994880"/>
                  <a:ext cx="484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75AD390-4253-AE69-2817-560DDC2B659E}"/>
                    </a:ext>
                  </a:extLst>
                </p14:cNvPr>
                <p14:cNvContentPartPr/>
                <p14:nvPr/>
              </p14:nvContentPartPr>
              <p14:xfrm>
                <a:off x="5827560" y="2109360"/>
                <a:ext cx="138960" cy="27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5AD390-4253-AE69-2817-560DDC2B65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18560" y="2100360"/>
                  <a:ext cx="156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DF1E27-6F4C-C718-8AE9-F41779DB9845}"/>
                    </a:ext>
                  </a:extLst>
                </p14:cNvPr>
                <p14:cNvContentPartPr/>
                <p14:nvPr/>
              </p14:nvContentPartPr>
              <p14:xfrm>
                <a:off x="5783280" y="2263080"/>
                <a:ext cx="11880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DF1E27-6F4C-C718-8AE9-F41779DB984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74280" y="2254080"/>
                  <a:ext cx="1364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2D6E3BD-6E0B-29AD-52CA-48ABAD53F916}"/>
                  </a:ext>
                </a:extLst>
              </p14:cNvPr>
              <p14:cNvContentPartPr/>
              <p14:nvPr/>
            </p14:nvContentPartPr>
            <p14:xfrm>
              <a:off x="3908400" y="3741240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2D6E3BD-6E0B-29AD-52CA-48ABAD53F9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99760" y="373224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0AF659E1-35A2-194B-15D2-95A750DC1199}"/>
              </a:ext>
            </a:extLst>
          </p:cNvPr>
          <p:cNvGrpSpPr/>
          <p:nvPr/>
        </p:nvGrpSpPr>
        <p:grpSpPr>
          <a:xfrm>
            <a:off x="6294120" y="1859160"/>
            <a:ext cx="149760" cy="76680"/>
            <a:chOff x="6294120" y="1859160"/>
            <a:chExt cx="14976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D33DA8D-7BFE-F3A5-19F2-32234AA7DC87}"/>
                    </a:ext>
                  </a:extLst>
                </p14:cNvPr>
                <p14:cNvContentPartPr/>
                <p14:nvPr/>
              </p14:nvContentPartPr>
              <p14:xfrm>
                <a:off x="6309240" y="1859160"/>
                <a:ext cx="13464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D33DA8D-7BFE-F3A5-19F2-32234AA7DC8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00240" y="1850160"/>
                  <a:ext cx="152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449A84F-E80E-B4A4-AA80-30D33A577D24}"/>
                    </a:ext>
                  </a:extLst>
                </p14:cNvPr>
                <p14:cNvContentPartPr/>
                <p14:nvPr/>
              </p14:nvContentPartPr>
              <p14:xfrm>
                <a:off x="6294120" y="1935480"/>
                <a:ext cx="12924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449A84F-E80E-B4A4-AA80-30D33A577D2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285120" y="1926480"/>
                  <a:ext cx="146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0061FA-34EC-12FF-5D1F-91134C040A3E}"/>
              </a:ext>
            </a:extLst>
          </p:cNvPr>
          <p:cNvGrpSpPr/>
          <p:nvPr/>
        </p:nvGrpSpPr>
        <p:grpSpPr>
          <a:xfrm>
            <a:off x="6842760" y="1592400"/>
            <a:ext cx="770760" cy="702360"/>
            <a:chOff x="6842760" y="1592400"/>
            <a:chExt cx="770760" cy="70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30124A-1E3E-7177-799D-B08C439F7E8B}"/>
                    </a:ext>
                  </a:extLst>
                </p14:cNvPr>
                <p14:cNvContentPartPr/>
                <p14:nvPr/>
              </p14:nvContentPartPr>
              <p14:xfrm>
                <a:off x="7109160" y="1592400"/>
                <a:ext cx="360" cy="227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30124A-1E3E-7177-799D-B08C439F7E8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100160" y="1583400"/>
                  <a:ext cx="18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B05F06-2447-9C2B-E17B-87FC3AFB28B5}"/>
                    </a:ext>
                  </a:extLst>
                </p14:cNvPr>
                <p14:cNvContentPartPr/>
                <p14:nvPr/>
              </p14:nvContentPartPr>
              <p14:xfrm>
                <a:off x="6911160" y="1889760"/>
                <a:ext cx="33624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B05F06-2447-9C2B-E17B-87FC3AFB28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02160" y="1880760"/>
                  <a:ext cx="353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324B389-32E4-4114-B050-E2E0BA2EDE6F}"/>
                    </a:ext>
                  </a:extLst>
                </p14:cNvPr>
                <p14:cNvContentPartPr/>
                <p14:nvPr/>
              </p14:nvContentPartPr>
              <p14:xfrm>
                <a:off x="6842760" y="2086320"/>
                <a:ext cx="94680" cy="208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324B389-32E4-4114-B050-E2E0BA2EDE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33760" y="2077680"/>
                  <a:ext cx="112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C063D3-9ECC-365A-E1CC-2D4F3D9F5620}"/>
                    </a:ext>
                  </a:extLst>
                </p14:cNvPr>
                <p14:cNvContentPartPr/>
                <p14:nvPr/>
              </p14:nvContentPartPr>
              <p14:xfrm>
                <a:off x="7100880" y="2201880"/>
                <a:ext cx="115560" cy="9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C063D3-9ECC-365A-E1CC-2D4F3D9F562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91880" y="2192880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A918EC-42AA-7E98-E448-5506BC170B64}"/>
                    </a:ext>
                  </a:extLst>
                </p14:cNvPr>
                <p14:cNvContentPartPr/>
                <p14:nvPr/>
              </p14:nvContentPartPr>
              <p14:xfrm>
                <a:off x="7117080" y="2240040"/>
                <a:ext cx="87480" cy="51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A918EC-42AA-7E98-E448-5506BC170B6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08080" y="2231040"/>
                  <a:ext cx="1051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A657171-1435-5BD1-C67B-B223868F3EEF}"/>
                    </a:ext>
                  </a:extLst>
                </p14:cNvPr>
                <p14:cNvContentPartPr/>
                <p14:nvPr/>
              </p14:nvContentPartPr>
              <p14:xfrm>
                <a:off x="7391400" y="2102880"/>
                <a:ext cx="6480" cy="161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A657171-1435-5BD1-C67B-B223868F3EE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82400" y="2093880"/>
                  <a:ext cx="24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F03194-6620-E302-5621-271309BCA810}"/>
                    </a:ext>
                  </a:extLst>
                </p14:cNvPr>
                <p14:cNvContentPartPr/>
                <p14:nvPr/>
              </p14:nvContentPartPr>
              <p14:xfrm>
                <a:off x="7512360" y="2179200"/>
                <a:ext cx="79200" cy="9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F03194-6620-E302-5621-271309BCA8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503360" y="2170200"/>
                  <a:ext cx="96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0D4C13D-3930-E9E6-7A95-71E4F62EC858}"/>
                    </a:ext>
                  </a:extLst>
                </p14:cNvPr>
                <p14:cNvContentPartPr/>
                <p14:nvPr/>
              </p14:nvContentPartPr>
              <p14:xfrm>
                <a:off x="7536120" y="1965360"/>
                <a:ext cx="77400" cy="111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0D4C13D-3930-E9E6-7A95-71E4F62EC85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27120" y="1956720"/>
                  <a:ext cx="950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1D8054-F159-6681-4ED4-CCE100E04D61}"/>
              </a:ext>
            </a:extLst>
          </p:cNvPr>
          <p:cNvGrpSpPr/>
          <p:nvPr/>
        </p:nvGrpSpPr>
        <p:grpSpPr>
          <a:xfrm>
            <a:off x="7680840" y="1744680"/>
            <a:ext cx="80280" cy="76680"/>
            <a:chOff x="7680840" y="1744680"/>
            <a:chExt cx="8028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0905E41-3866-39F9-1A53-0C55B83EC35B}"/>
                    </a:ext>
                  </a:extLst>
                </p14:cNvPr>
                <p14:cNvContentPartPr/>
                <p14:nvPr/>
              </p14:nvContentPartPr>
              <p14:xfrm>
                <a:off x="7680840" y="1744680"/>
                <a:ext cx="80280" cy="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0905E41-3866-39F9-1A53-0C55B83EC35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71840" y="1735680"/>
                  <a:ext cx="97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C0DA452-5D94-6208-0617-472AEE14C6FA}"/>
                    </a:ext>
                  </a:extLst>
                </p14:cNvPr>
                <p14:cNvContentPartPr/>
                <p14:nvPr/>
              </p14:nvContentPartPr>
              <p14:xfrm>
                <a:off x="7703520" y="1821000"/>
                <a:ext cx="5652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C0DA452-5D94-6208-0617-472AEE14C6F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94520" y="1812000"/>
                  <a:ext cx="741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51866E0-5D58-3EBC-87A0-6BBDFA4BD3B7}"/>
              </a:ext>
            </a:extLst>
          </p:cNvPr>
          <p:cNvGrpSpPr/>
          <p:nvPr/>
        </p:nvGrpSpPr>
        <p:grpSpPr>
          <a:xfrm>
            <a:off x="7945800" y="1508160"/>
            <a:ext cx="1101600" cy="345960"/>
            <a:chOff x="7945800" y="1508160"/>
            <a:chExt cx="11016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2FDD38-1DE6-7CCC-91F7-F652CDECAA6A}"/>
                    </a:ext>
                  </a:extLst>
                </p14:cNvPr>
                <p14:cNvContentPartPr/>
                <p14:nvPr/>
              </p14:nvContentPartPr>
              <p14:xfrm>
                <a:off x="7945800" y="1638120"/>
                <a:ext cx="125640" cy="123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2FDD38-1DE6-7CCC-91F7-F652CDECAA6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36800" y="1629120"/>
                  <a:ext cx="143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11C13D-4D63-3B3C-1B02-799AC5A0AE11}"/>
                    </a:ext>
                  </a:extLst>
                </p14:cNvPr>
                <p14:cNvContentPartPr/>
                <p14:nvPr/>
              </p14:nvContentPartPr>
              <p14:xfrm>
                <a:off x="8153160" y="1722000"/>
                <a:ext cx="360" cy="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11C13D-4D63-3B3C-1B02-799AC5A0AE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44160" y="17130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E5E35E-A5A0-A577-DFAE-EF58D8580138}"/>
                    </a:ext>
                  </a:extLst>
                </p14:cNvPr>
                <p14:cNvContentPartPr/>
                <p14:nvPr/>
              </p14:nvContentPartPr>
              <p14:xfrm>
                <a:off x="8205000" y="1584840"/>
                <a:ext cx="42120" cy="174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E5E35E-A5A0-A577-DFAE-EF58D85801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96360" y="1575840"/>
                  <a:ext cx="59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B8412AD-5376-A49F-D3CA-18BA51A48AF5}"/>
                    </a:ext>
                  </a:extLst>
                </p14:cNvPr>
                <p14:cNvContentPartPr/>
                <p14:nvPr/>
              </p14:nvContentPartPr>
              <p14:xfrm>
                <a:off x="8237040" y="1576920"/>
                <a:ext cx="124200" cy="15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B8412AD-5376-A49F-D3CA-18BA51A48A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28040" y="1567920"/>
                  <a:ext cx="141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6403D8-A59D-222D-05D1-A38A810E49B9}"/>
                    </a:ext>
                  </a:extLst>
                </p14:cNvPr>
                <p14:cNvContentPartPr/>
                <p14:nvPr/>
              </p14:nvContentPartPr>
              <p14:xfrm>
                <a:off x="8381760" y="1577280"/>
                <a:ext cx="86400" cy="70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6403D8-A59D-222D-05D1-A38A810E49B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72760" y="1568280"/>
                  <a:ext cx="104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7CF1EE-EBFB-07A9-9E73-952D3F030D22}"/>
                    </a:ext>
                  </a:extLst>
                </p14:cNvPr>
                <p14:cNvContentPartPr/>
                <p14:nvPr/>
              </p14:nvContentPartPr>
              <p14:xfrm>
                <a:off x="8400480" y="1698960"/>
                <a:ext cx="50400" cy="124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7CF1EE-EBFB-07A9-9E73-952D3F030D2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91480" y="1689960"/>
                  <a:ext cx="68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BBD5756-3AA7-E38A-F79D-2E86D94C5D66}"/>
                    </a:ext>
                  </a:extLst>
                </p14:cNvPr>
                <p14:cNvContentPartPr/>
                <p14:nvPr/>
              </p14:nvContentPartPr>
              <p14:xfrm>
                <a:off x="8397240" y="1722000"/>
                <a:ext cx="135000" cy="13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BBD5756-3AA7-E38A-F79D-2E86D94C5D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88240" y="1713000"/>
                  <a:ext cx="152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5AFFB6-3F21-CDD9-2B46-D63DCDD692D5}"/>
                    </a:ext>
                  </a:extLst>
                </p14:cNvPr>
                <p14:cNvContentPartPr/>
                <p14:nvPr/>
              </p14:nvContentPartPr>
              <p14:xfrm>
                <a:off x="8625840" y="1623000"/>
                <a:ext cx="360" cy="170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5AFFB6-3F21-CDD9-2B46-D63DCDD692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16840" y="1614000"/>
                  <a:ext cx="18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48184F2-74E7-0822-D361-F634A70C85AA}"/>
                    </a:ext>
                  </a:extLst>
                </p14:cNvPr>
                <p14:cNvContentPartPr/>
                <p14:nvPr/>
              </p14:nvContentPartPr>
              <p14:xfrm>
                <a:off x="8716200" y="1677000"/>
                <a:ext cx="63720" cy="137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48184F2-74E7-0822-D361-F634A70C85A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07200" y="1668360"/>
                  <a:ext cx="8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9643538-8C73-3215-0360-0CBB048AB0B3}"/>
                    </a:ext>
                  </a:extLst>
                </p14:cNvPr>
                <p14:cNvContentPartPr/>
                <p14:nvPr/>
              </p14:nvContentPartPr>
              <p14:xfrm>
                <a:off x="8717280" y="1714440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9643538-8C73-3215-0360-0CBB048AB0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08280" y="17054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22F16E-B11C-DAA4-B508-405685A0E314}"/>
                    </a:ext>
                  </a:extLst>
                </p14:cNvPr>
                <p14:cNvContentPartPr/>
                <p14:nvPr/>
              </p14:nvContentPartPr>
              <p14:xfrm>
                <a:off x="8724840" y="1685640"/>
                <a:ext cx="25560" cy="2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22F16E-B11C-DAA4-B508-405685A0E31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715840" y="1676640"/>
                  <a:ext cx="43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58E3598-8983-FC83-BDFE-62909407E14D}"/>
                    </a:ext>
                  </a:extLst>
                </p14:cNvPr>
                <p14:cNvContentPartPr/>
                <p14:nvPr/>
              </p14:nvContentPartPr>
              <p14:xfrm>
                <a:off x="8831400" y="1561800"/>
                <a:ext cx="5688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58E3598-8983-FC83-BDFE-62909407E14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22400" y="1552800"/>
                  <a:ext cx="7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C154BCA-1B7B-C099-34E4-776964EEF0E4}"/>
                    </a:ext>
                  </a:extLst>
                </p14:cNvPr>
                <p14:cNvContentPartPr/>
                <p14:nvPr/>
              </p14:nvContentPartPr>
              <p14:xfrm>
                <a:off x="8948040" y="1508160"/>
                <a:ext cx="99360" cy="85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C154BCA-1B7B-C099-34E4-776964EEF0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39040" y="1499160"/>
                  <a:ext cx="11700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E5C0E62-6CA3-4E62-ED96-0282D0C0BFAB}"/>
                  </a:ext>
                </a:extLst>
              </p14:cNvPr>
              <p14:cNvContentPartPr/>
              <p14:nvPr/>
            </p14:nvContentPartPr>
            <p14:xfrm>
              <a:off x="8121840" y="2123760"/>
              <a:ext cx="87480" cy="1040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E5C0E62-6CA3-4E62-ED96-0282D0C0BFA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13200" y="2114760"/>
                <a:ext cx="1051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98FC310-CBC3-F54C-8B9B-153C6D4CFA25}"/>
                  </a:ext>
                </a:extLst>
              </p14:cNvPr>
              <p14:cNvContentPartPr/>
              <p14:nvPr/>
            </p14:nvContentPartPr>
            <p14:xfrm>
              <a:off x="8328480" y="2232480"/>
              <a:ext cx="360" cy="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98FC310-CBC3-F54C-8B9B-153C6D4CFA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19480" y="22234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1513F2AF-0377-2915-94AC-A0A4315268EF}"/>
              </a:ext>
            </a:extLst>
          </p:cNvPr>
          <p:cNvGrpSpPr/>
          <p:nvPr/>
        </p:nvGrpSpPr>
        <p:grpSpPr>
          <a:xfrm>
            <a:off x="8313360" y="1950600"/>
            <a:ext cx="158400" cy="184680"/>
            <a:chOff x="8313360" y="1950600"/>
            <a:chExt cx="158400" cy="18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AAE086E-76BE-46D1-A5C8-E1480C303C19}"/>
                    </a:ext>
                  </a:extLst>
                </p14:cNvPr>
                <p14:cNvContentPartPr/>
                <p14:nvPr/>
              </p14:nvContentPartPr>
              <p14:xfrm>
                <a:off x="8351160" y="1988760"/>
                <a:ext cx="120600" cy="146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AAE086E-76BE-46D1-A5C8-E1480C303C1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342160" y="1979760"/>
                  <a:ext cx="138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37F49B-C2E4-AFA9-7398-B3C89E0F5E05}"/>
                    </a:ext>
                  </a:extLst>
                </p14:cNvPr>
                <p14:cNvContentPartPr/>
                <p14:nvPr/>
              </p14:nvContentPartPr>
              <p14:xfrm>
                <a:off x="8313360" y="1950600"/>
                <a:ext cx="98280" cy="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37F49B-C2E4-AFA9-7398-B3C89E0F5E0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304360" y="1941600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C442C5-D305-906F-4B6D-8819275021D9}"/>
              </a:ext>
            </a:extLst>
          </p:cNvPr>
          <p:cNvGrpSpPr/>
          <p:nvPr/>
        </p:nvGrpSpPr>
        <p:grpSpPr>
          <a:xfrm>
            <a:off x="8625840" y="1957800"/>
            <a:ext cx="200160" cy="215640"/>
            <a:chOff x="8625840" y="1957800"/>
            <a:chExt cx="2001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79698F-5249-2422-AF74-EBDA0EFAF8C7}"/>
                    </a:ext>
                  </a:extLst>
                </p14:cNvPr>
                <p14:cNvContentPartPr/>
                <p14:nvPr/>
              </p14:nvContentPartPr>
              <p14:xfrm>
                <a:off x="8625840" y="1982640"/>
                <a:ext cx="70560" cy="121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79698F-5249-2422-AF74-EBDA0EFAF8C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16840" y="1974000"/>
                  <a:ext cx="88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7DB0AF6-FF5B-4789-AC36-BE3F369CE004}"/>
                    </a:ext>
                  </a:extLst>
                </p14:cNvPr>
                <p14:cNvContentPartPr/>
                <p14:nvPr/>
              </p14:nvContentPartPr>
              <p14:xfrm>
                <a:off x="8763360" y="1957800"/>
                <a:ext cx="62640" cy="215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7DB0AF6-FF5B-4789-AC36-BE3F369CE00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754360" y="1949160"/>
                  <a:ext cx="80280" cy="23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58318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9D8B0A-BB62-5FC4-1D17-70F85B9133D7}"/>
                  </a:ext>
                </a:extLst>
              </p14:cNvPr>
              <p14:cNvContentPartPr/>
              <p14:nvPr/>
            </p14:nvContentPartPr>
            <p14:xfrm>
              <a:off x="1356000" y="2064960"/>
              <a:ext cx="183960" cy="1711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9D8B0A-BB62-5FC4-1D17-70F85B9133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7360" y="2055960"/>
                <a:ext cx="201600" cy="172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110BB62-4831-953E-112D-DEDC6846742C}"/>
              </a:ext>
            </a:extLst>
          </p:cNvPr>
          <p:cNvGrpSpPr/>
          <p:nvPr/>
        </p:nvGrpSpPr>
        <p:grpSpPr>
          <a:xfrm>
            <a:off x="1340880" y="1790400"/>
            <a:ext cx="2200680" cy="3102000"/>
            <a:chOff x="1340880" y="1790400"/>
            <a:chExt cx="2200680" cy="310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9AB5705-EAF7-96B0-05D7-49F77B49210B}"/>
                    </a:ext>
                  </a:extLst>
                </p14:cNvPr>
                <p14:cNvContentPartPr/>
                <p14:nvPr/>
              </p14:nvContentPartPr>
              <p14:xfrm>
                <a:off x="1645800" y="1958160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9AB5705-EAF7-96B0-05D7-49F77B49210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36800" y="1949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60479DB-B95E-DA06-3C17-59E4DDC342CA}"/>
                    </a:ext>
                  </a:extLst>
                </p14:cNvPr>
                <p14:cNvContentPartPr/>
                <p14:nvPr/>
              </p14:nvContentPartPr>
              <p14:xfrm>
                <a:off x="1653360" y="1805880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60479DB-B95E-DA06-3C17-59E4DDC342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44360" y="17968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ADBBA8-0432-5A6D-9DB2-CD75390F2397}"/>
                    </a:ext>
                  </a:extLst>
                </p14:cNvPr>
                <p14:cNvContentPartPr/>
                <p14:nvPr/>
              </p14:nvContentPartPr>
              <p14:xfrm>
                <a:off x="1691520" y="179040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ADBBA8-0432-5A6D-9DB2-CD75390F239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2520" y="1781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977B8FB-43D2-EC35-3773-BF5402206B34}"/>
                    </a:ext>
                  </a:extLst>
                </p14:cNvPr>
                <p14:cNvContentPartPr/>
                <p14:nvPr/>
              </p14:nvContentPartPr>
              <p14:xfrm>
                <a:off x="1340880" y="1828440"/>
                <a:ext cx="2200680" cy="3063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977B8FB-43D2-EC35-3773-BF5402206B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1880" y="1819800"/>
                  <a:ext cx="2218320" cy="30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EFBE1C-64AA-1C31-1529-22E1FB6CFDF9}"/>
                    </a:ext>
                  </a:extLst>
                </p14:cNvPr>
                <p14:cNvContentPartPr/>
                <p14:nvPr/>
              </p14:nvContentPartPr>
              <p14:xfrm>
                <a:off x="1683240" y="2428560"/>
                <a:ext cx="194400" cy="275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EFBE1C-64AA-1C31-1529-22E1FB6CFD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74240" y="2419920"/>
                  <a:ext cx="212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C39784-C83E-8FA0-8799-839DBC8162C6}"/>
                    </a:ext>
                  </a:extLst>
                </p14:cNvPr>
                <p14:cNvContentPartPr/>
                <p14:nvPr/>
              </p14:nvContentPartPr>
              <p14:xfrm>
                <a:off x="1929120" y="2514600"/>
                <a:ext cx="92160" cy="123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C39784-C83E-8FA0-8799-839DBC8162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20480" y="2505960"/>
                  <a:ext cx="109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70EC16C-9032-C4FB-615E-D6B440F1BEEB}"/>
                    </a:ext>
                  </a:extLst>
                </p14:cNvPr>
                <p14:cNvContentPartPr/>
                <p14:nvPr/>
              </p14:nvContentPartPr>
              <p14:xfrm>
                <a:off x="1935240" y="2614680"/>
                <a:ext cx="61200" cy="1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70EC16C-9032-C4FB-615E-D6B440F1BE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26240" y="2606040"/>
                  <a:ext cx="78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4E482E-D04E-BDB6-68B1-F6EA762BC3CA}"/>
                    </a:ext>
                  </a:extLst>
                </p14:cNvPr>
                <p14:cNvContentPartPr/>
                <p14:nvPr/>
              </p14:nvContentPartPr>
              <p14:xfrm>
                <a:off x="2071680" y="2470680"/>
                <a:ext cx="199080" cy="148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4E482E-D04E-BDB6-68B1-F6EA762BC3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3040" y="2461680"/>
                  <a:ext cx="216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B742E50-2B3B-038B-AD64-1F77A36106A5}"/>
                    </a:ext>
                  </a:extLst>
                </p14:cNvPr>
                <p14:cNvContentPartPr/>
                <p14:nvPr/>
              </p14:nvContentPartPr>
              <p14:xfrm>
                <a:off x="1744800" y="2896560"/>
                <a:ext cx="587520" cy="113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B742E50-2B3B-038B-AD64-1F77A36106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35800" y="2887920"/>
                  <a:ext cx="6051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637628-641E-733E-C9BF-4663ACDDE25D}"/>
                    </a:ext>
                  </a:extLst>
                </p14:cNvPr>
                <p14:cNvContentPartPr/>
                <p14:nvPr/>
              </p14:nvContentPartPr>
              <p14:xfrm>
                <a:off x="1828680" y="3111840"/>
                <a:ext cx="501840" cy="65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637628-641E-733E-C9BF-4663ACDDE2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19680" y="3103200"/>
                  <a:ext cx="5194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7C56CB0-6E06-1200-6F8F-A5B366436054}"/>
                  </a:ext>
                </a:extLst>
              </p14:cNvPr>
              <p14:cNvContentPartPr/>
              <p14:nvPr/>
            </p14:nvContentPartPr>
            <p14:xfrm>
              <a:off x="6408240" y="2087640"/>
              <a:ext cx="160920" cy="2367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7C56CB0-6E06-1200-6F8F-A5B36643605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99240" y="2078640"/>
                <a:ext cx="178560" cy="238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FFB23869-07FC-B8CE-509B-ABB93EB64FA0}"/>
              </a:ext>
            </a:extLst>
          </p:cNvPr>
          <p:cNvGrpSpPr/>
          <p:nvPr/>
        </p:nvGrpSpPr>
        <p:grpSpPr>
          <a:xfrm>
            <a:off x="3147000" y="2118240"/>
            <a:ext cx="4658400" cy="3435480"/>
            <a:chOff x="3147000" y="2118240"/>
            <a:chExt cx="4658400" cy="34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256787A-53A1-4A27-653F-548857269466}"/>
                    </a:ext>
                  </a:extLst>
                </p14:cNvPr>
                <p14:cNvContentPartPr/>
                <p14:nvPr/>
              </p14:nvContentPartPr>
              <p14:xfrm>
                <a:off x="6431280" y="2118240"/>
                <a:ext cx="1374120" cy="3435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256787A-53A1-4A27-653F-5488572694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22280" y="2109240"/>
                  <a:ext cx="1391760" cy="34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8A05AA-8726-F0D4-CFC6-62548EF90236}"/>
                    </a:ext>
                  </a:extLst>
                </p14:cNvPr>
                <p14:cNvContentPartPr/>
                <p14:nvPr/>
              </p14:nvContentPartPr>
              <p14:xfrm>
                <a:off x="6704520" y="2552040"/>
                <a:ext cx="166320" cy="11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8A05AA-8726-F0D4-CFC6-62548EF902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95880" y="2543400"/>
                  <a:ext cx="18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B7E658B-5384-3F2D-5859-E4E11F0F5003}"/>
                    </a:ext>
                  </a:extLst>
                </p14:cNvPr>
                <p14:cNvContentPartPr/>
                <p14:nvPr/>
              </p14:nvContentPartPr>
              <p14:xfrm>
                <a:off x="6933480" y="2534400"/>
                <a:ext cx="93240" cy="163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B7E658B-5384-3F2D-5859-E4E11F0F50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24840" y="2525400"/>
                  <a:ext cx="110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6C21975-4DD4-F20D-FDA4-1BCB590F4810}"/>
                    </a:ext>
                  </a:extLst>
                </p14:cNvPr>
                <p14:cNvContentPartPr/>
                <p14:nvPr/>
              </p14:nvContentPartPr>
              <p14:xfrm>
                <a:off x="7108800" y="2547000"/>
                <a:ext cx="123480" cy="10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6C21975-4DD4-F20D-FDA4-1BCB590F48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99800" y="2538360"/>
                  <a:ext cx="141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093F89-5F93-0F42-1B74-D09689DD74BF}"/>
                    </a:ext>
                  </a:extLst>
                </p14:cNvPr>
                <p14:cNvContentPartPr/>
                <p14:nvPr/>
              </p14:nvContentPartPr>
              <p14:xfrm>
                <a:off x="3147000" y="2476080"/>
                <a:ext cx="3175200" cy="10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093F89-5F93-0F42-1B74-D09689DD74B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38000" y="2467080"/>
                  <a:ext cx="3192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A4E8D7-7404-42FF-93A0-E0AB5F849D2A}"/>
                    </a:ext>
                  </a:extLst>
                </p14:cNvPr>
                <p14:cNvContentPartPr/>
                <p14:nvPr/>
              </p14:nvContentPartPr>
              <p14:xfrm>
                <a:off x="6301680" y="2406960"/>
                <a:ext cx="90000" cy="127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CA4E8D7-7404-42FF-93A0-E0AB5F849D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92680" y="2398320"/>
                  <a:ext cx="107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5E1298-B4C4-00ED-A57E-570D26AD40B3}"/>
                    </a:ext>
                  </a:extLst>
                </p14:cNvPr>
                <p14:cNvContentPartPr/>
                <p14:nvPr/>
              </p14:nvContentPartPr>
              <p14:xfrm>
                <a:off x="4365600" y="2232360"/>
                <a:ext cx="360" cy="10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5E1298-B4C4-00ED-A57E-570D26AD40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56960" y="2223360"/>
                  <a:ext cx="18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9FCD944-C4B9-2E82-30EC-7ADCBC435427}"/>
                    </a:ext>
                  </a:extLst>
                </p14:cNvPr>
                <p14:cNvContentPartPr/>
                <p14:nvPr/>
              </p14:nvContentPartPr>
              <p14:xfrm>
                <a:off x="4426800" y="2301120"/>
                <a:ext cx="54720" cy="7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9FCD944-C4B9-2E82-30EC-7ADCBC43542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8160" y="2292120"/>
                  <a:ext cx="723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2E6ED5-E783-CCB2-9B01-BE0A877FCC71}"/>
                    </a:ext>
                  </a:extLst>
                </p14:cNvPr>
                <p14:cNvContentPartPr/>
                <p14:nvPr/>
              </p14:nvContentPartPr>
              <p14:xfrm>
                <a:off x="4587000" y="2247840"/>
                <a:ext cx="360" cy="80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2E6ED5-E783-CCB2-9B01-BE0A877FCC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78000" y="2238840"/>
                  <a:ext cx="18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D295C81-D80C-F189-3B7D-360AB44D2A41}"/>
                    </a:ext>
                  </a:extLst>
                </p14:cNvPr>
                <p14:cNvContentPartPr/>
                <p14:nvPr/>
              </p14:nvContentPartPr>
              <p14:xfrm>
                <a:off x="4587000" y="2171520"/>
                <a:ext cx="5940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D295C81-D80C-F189-3B7D-360AB44D2A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78000" y="2162520"/>
                  <a:ext cx="77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5ADE47B-B2AD-56C8-FD7F-6498D3A91F3A}"/>
                    </a:ext>
                  </a:extLst>
                </p14:cNvPr>
                <p14:cNvContentPartPr/>
                <p14:nvPr/>
              </p14:nvContentPartPr>
              <p14:xfrm>
                <a:off x="4587000" y="2263320"/>
                <a:ext cx="81360" cy="15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5ADE47B-B2AD-56C8-FD7F-6498D3A91F3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78000" y="2254320"/>
                  <a:ext cx="99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1BE896-C9C9-03A4-BF47-99E370F68D3D}"/>
                    </a:ext>
                  </a:extLst>
                </p14:cNvPr>
                <p14:cNvContentPartPr/>
                <p14:nvPr/>
              </p14:nvContentPartPr>
              <p14:xfrm>
                <a:off x="4594200" y="2186640"/>
                <a:ext cx="360" cy="144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1BE896-C9C9-03A4-BF47-99E370F68D3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85560" y="2177640"/>
                  <a:ext cx="18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3A9A169-776D-106F-94E4-3EC339E0B87D}"/>
                    </a:ext>
                  </a:extLst>
                </p14:cNvPr>
                <p14:cNvContentPartPr/>
                <p14:nvPr/>
              </p14:nvContentPartPr>
              <p14:xfrm>
                <a:off x="6695160" y="2857320"/>
                <a:ext cx="839880" cy="358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3A9A169-776D-106F-94E4-3EC339E0B8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6520" y="2848320"/>
                  <a:ext cx="857520" cy="37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B41D637-9875-256E-6E0C-6569ACE3435A}"/>
                  </a:ext>
                </a:extLst>
              </p14:cNvPr>
              <p14:cNvContentPartPr/>
              <p14:nvPr/>
            </p14:nvContentPartPr>
            <p14:xfrm>
              <a:off x="8334600" y="2680200"/>
              <a:ext cx="168840" cy="267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B41D637-9875-256E-6E0C-6569ACE343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25600" y="2671200"/>
                <a:ext cx="18648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C0217610-5102-AA5F-528E-8B4D1FF8357C}"/>
              </a:ext>
            </a:extLst>
          </p:cNvPr>
          <p:cNvGrpSpPr/>
          <p:nvPr/>
        </p:nvGrpSpPr>
        <p:grpSpPr>
          <a:xfrm>
            <a:off x="7700280" y="2788920"/>
            <a:ext cx="957240" cy="695520"/>
            <a:chOff x="7700280" y="2788920"/>
            <a:chExt cx="957240" cy="69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6D02DA-D429-7575-FE1E-A8AFF8E83C21}"/>
                    </a:ext>
                  </a:extLst>
                </p14:cNvPr>
                <p14:cNvContentPartPr/>
                <p14:nvPr/>
              </p14:nvContentPartPr>
              <p14:xfrm>
                <a:off x="7700280" y="2880360"/>
                <a:ext cx="98640" cy="154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6D02DA-D429-7575-FE1E-A8AFF8E83C2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91640" y="2871360"/>
                  <a:ext cx="116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80C6C6-73E5-AB2F-47DB-76204A276CA7}"/>
                    </a:ext>
                  </a:extLst>
                </p14:cNvPr>
                <p14:cNvContentPartPr/>
                <p14:nvPr/>
              </p14:nvContentPartPr>
              <p14:xfrm>
                <a:off x="7733760" y="2910600"/>
                <a:ext cx="380160" cy="91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80C6C6-73E5-AB2F-47DB-76204A276CA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5120" y="2901600"/>
                  <a:ext cx="397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7781977-5D2D-C8CF-3045-683E23EE8228}"/>
                    </a:ext>
                  </a:extLst>
                </p14:cNvPr>
                <p14:cNvContentPartPr/>
                <p14:nvPr/>
              </p14:nvContentPartPr>
              <p14:xfrm>
                <a:off x="8266560" y="2788920"/>
                <a:ext cx="52200" cy="286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7781977-5D2D-C8CF-3045-683E23EE82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57920" y="2779920"/>
                  <a:ext cx="69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0C4EBD-4DB4-913C-307A-DB8536E90912}"/>
                    </a:ext>
                  </a:extLst>
                </p14:cNvPr>
                <p14:cNvContentPartPr/>
                <p14:nvPr/>
              </p14:nvContentPartPr>
              <p14:xfrm>
                <a:off x="8183400" y="3266640"/>
                <a:ext cx="166320" cy="217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0C4EBD-4DB4-913C-307A-DB8536E9091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74760" y="3258000"/>
                  <a:ext cx="183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CE326D-284B-D157-BBCE-20B674DEA686}"/>
                    </a:ext>
                  </a:extLst>
                </p14:cNvPr>
                <p14:cNvContentPartPr/>
                <p14:nvPr/>
              </p14:nvContentPartPr>
              <p14:xfrm>
                <a:off x="8381760" y="3413160"/>
                <a:ext cx="43560" cy="16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CE326D-284B-D157-BBCE-20B674DEA6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72760" y="3404160"/>
                  <a:ext cx="61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8AC2AA-CE0A-9198-4448-7DC172E0014D}"/>
                    </a:ext>
                  </a:extLst>
                </p14:cNvPr>
                <p14:cNvContentPartPr/>
                <p14:nvPr/>
              </p14:nvContentPartPr>
              <p14:xfrm>
                <a:off x="8486880" y="3205440"/>
                <a:ext cx="170640" cy="257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8AC2AA-CE0A-9198-4448-7DC172E001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78240" y="3196800"/>
                  <a:ext cx="18828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2325A83-1703-8561-A929-9DB05A10E0E4}"/>
              </a:ext>
            </a:extLst>
          </p:cNvPr>
          <p:cNvGrpSpPr/>
          <p:nvPr/>
        </p:nvGrpSpPr>
        <p:grpSpPr>
          <a:xfrm>
            <a:off x="1813560" y="427680"/>
            <a:ext cx="1380960" cy="685080"/>
            <a:chOff x="1813560" y="427680"/>
            <a:chExt cx="1380960" cy="6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C7C30A-42FF-1D99-2D40-76A1CF89386C}"/>
                    </a:ext>
                  </a:extLst>
                </p14:cNvPr>
                <p14:cNvContentPartPr/>
                <p14:nvPr/>
              </p14:nvContentPartPr>
              <p14:xfrm>
                <a:off x="1813560" y="486720"/>
                <a:ext cx="688320" cy="275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C7C30A-42FF-1D99-2D40-76A1CF8938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04560" y="477720"/>
                  <a:ext cx="7059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593B81-B027-CE1B-38DF-D34D15FC8B52}"/>
                    </a:ext>
                  </a:extLst>
                </p14:cNvPr>
                <p14:cNvContentPartPr/>
                <p14:nvPr/>
              </p14:nvContentPartPr>
              <p14:xfrm>
                <a:off x="2499360" y="806760"/>
                <a:ext cx="70560" cy="106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593B81-B027-CE1B-38DF-D34D15FC8B5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90360" y="797760"/>
                  <a:ext cx="88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B13EDE-32F0-ACBA-33F4-0A6BF2A6532B}"/>
                    </a:ext>
                  </a:extLst>
                </p14:cNvPr>
                <p14:cNvContentPartPr/>
                <p14:nvPr/>
              </p14:nvContentPartPr>
              <p14:xfrm>
                <a:off x="1825080" y="822600"/>
                <a:ext cx="712440" cy="145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B13EDE-32F0-ACBA-33F4-0A6BF2A6532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16080" y="813600"/>
                  <a:ext cx="7300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280A49-9560-1456-7EF2-B83C6059BEA8}"/>
                    </a:ext>
                  </a:extLst>
                </p14:cNvPr>
                <p14:cNvContentPartPr/>
                <p14:nvPr/>
              </p14:nvContentPartPr>
              <p14:xfrm>
                <a:off x="2452560" y="788040"/>
                <a:ext cx="92880" cy="19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280A49-9560-1456-7EF2-B83C6059BE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43560" y="779040"/>
                  <a:ext cx="110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216F27-C7C3-F48F-B09F-ADAFAFD923FA}"/>
                    </a:ext>
                  </a:extLst>
                </p14:cNvPr>
                <p14:cNvContentPartPr/>
                <p14:nvPr/>
              </p14:nvContentPartPr>
              <p14:xfrm>
                <a:off x="2521320" y="427680"/>
                <a:ext cx="647280" cy="298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216F27-C7C3-F48F-B09F-ADAFAFD923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12320" y="419040"/>
                  <a:ext cx="6649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689FFD-CDFC-1B4C-89D8-784F2FB35D5F}"/>
                    </a:ext>
                  </a:extLst>
                </p14:cNvPr>
                <p14:cNvContentPartPr/>
                <p14:nvPr/>
              </p14:nvContentPartPr>
              <p14:xfrm>
                <a:off x="2607720" y="830520"/>
                <a:ext cx="64800" cy="75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689FFD-CDFC-1B4C-89D8-784F2FB35D5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99080" y="821520"/>
                  <a:ext cx="82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57B4453-CD1B-278D-6CD4-8425ABB1FEDC}"/>
                    </a:ext>
                  </a:extLst>
                </p14:cNvPr>
                <p14:cNvContentPartPr/>
                <p14:nvPr/>
              </p14:nvContentPartPr>
              <p14:xfrm>
                <a:off x="2636520" y="738000"/>
                <a:ext cx="558000" cy="138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57B4453-CD1B-278D-6CD4-8425ABB1FE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627520" y="729360"/>
                  <a:ext cx="575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AE2DF96-3949-8A1E-D664-9A555A71ED73}"/>
                    </a:ext>
                  </a:extLst>
                </p14:cNvPr>
                <p14:cNvContentPartPr/>
                <p14:nvPr/>
              </p14:nvContentPartPr>
              <p14:xfrm>
                <a:off x="2118120" y="990360"/>
                <a:ext cx="15480" cy="122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AE2DF96-3949-8A1E-D664-9A555A71ED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09120" y="981360"/>
                  <a:ext cx="33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F21496F-1151-FE6E-B238-AA08A71FA28F}"/>
                    </a:ext>
                  </a:extLst>
                </p14:cNvPr>
                <p14:cNvContentPartPr/>
                <p14:nvPr/>
              </p14:nvContentPartPr>
              <p14:xfrm>
                <a:off x="2133600" y="936720"/>
                <a:ext cx="96120" cy="69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F21496F-1151-FE6E-B238-AA08A71FA28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124600" y="928080"/>
                  <a:ext cx="113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6588B8F-2EE0-0458-D81C-90368CB5AF9F}"/>
                    </a:ext>
                  </a:extLst>
                </p14:cNvPr>
                <p14:cNvContentPartPr/>
                <p14:nvPr/>
              </p14:nvContentPartPr>
              <p14:xfrm>
                <a:off x="2156280" y="1074240"/>
                <a:ext cx="109440" cy="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6588B8F-2EE0-0458-D81C-90368CB5AF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47280" y="1065240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94C8859-6868-C235-B15A-E0926D7CE219}"/>
                  </a:ext>
                </a:extLst>
              </p14:cNvPr>
              <p14:cNvContentPartPr/>
              <p14:nvPr/>
            </p14:nvContentPartPr>
            <p14:xfrm>
              <a:off x="2940000" y="866160"/>
              <a:ext cx="164160" cy="1998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94C8859-6868-C235-B15A-E0926D7CE21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31360" y="857160"/>
                <a:ext cx="18180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56C3671A-3960-7AAC-D806-F0F499325389}"/>
              </a:ext>
            </a:extLst>
          </p:cNvPr>
          <p:cNvGrpSpPr/>
          <p:nvPr/>
        </p:nvGrpSpPr>
        <p:grpSpPr>
          <a:xfrm>
            <a:off x="2010840" y="3870000"/>
            <a:ext cx="874080" cy="696600"/>
            <a:chOff x="2010840" y="3870000"/>
            <a:chExt cx="874080" cy="69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5C6DFB-8DDD-5477-E463-38816B2F800F}"/>
                    </a:ext>
                  </a:extLst>
                </p14:cNvPr>
                <p14:cNvContentPartPr/>
                <p14:nvPr/>
              </p14:nvContentPartPr>
              <p14:xfrm>
                <a:off x="2010840" y="3870000"/>
                <a:ext cx="220320" cy="253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5C6DFB-8DDD-5477-E463-38816B2F80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01840" y="3861360"/>
                  <a:ext cx="2379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10C294A-A9DE-FC05-4B01-51A02F654930}"/>
                    </a:ext>
                  </a:extLst>
                </p14:cNvPr>
                <p14:cNvContentPartPr/>
                <p14:nvPr/>
              </p14:nvContentPartPr>
              <p14:xfrm>
                <a:off x="2384880" y="3947040"/>
                <a:ext cx="360" cy="141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10C294A-A9DE-FC05-4B01-51A02F6549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75880" y="3938040"/>
                  <a:ext cx="18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D53A3D4-7A4F-B1CB-C0BC-D4221510711C}"/>
                    </a:ext>
                  </a:extLst>
                </p14:cNvPr>
                <p14:cNvContentPartPr/>
                <p14:nvPr/>
              </p14:nvContentPartPr>
              <p14:xfrm>
                <a:off x="2331600" y="4007880"/>
                <a:ext cx="121320" cy="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D53A3D4-7A4F-B1CB-C0BC-D422151071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22600" y="3998880"/>
                  <a:ext cx="138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CD5398A-1952-D027-202D-14E7A4A13C2E}"/>
                    </a:ext>
                  </a:extLst>
                </p14:cNvPr>
                <p14:cNvContentPartPr/>
                <p14:nvPr/>
              </p14:nvContentPartPr>
              <p14:xfrm>
                <a:off x="2545080" y="4084200"/>
                <a:ext cx="33984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CD5398A-1952-D027-202D-14E7A4A13C2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36080" y="4075200"/>
                  <a:ext cx="357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7DE1D91-ACA5-44D9-0D1B-E9F33835E113}"/>
                    </a:ext>
                  </a:extLst>
                </p14:cNvPr>
                <p14:cNvContentPartPr/>
                <p14:nvPr/>
              </p14:nvContentPartPr>
              <p14:xfrm>
                <a:off x="2102280" y="4145040"/>
                <a:ext cx="663840" cy="421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7DE1D91-ACA5-44D9-0D1B-E9F33835E1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93640" y="4136040"/>
                  <a:ext cx="681480" cy="43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FA172B9-D841-F964-98D3-2D72A6F0B4A4}"/>
                  </a:ext>
                </a:extLst>
              </p14:cNvPr>
              <p14:cNvContentPartPr/>
              <p14:nvPr/>
            </p14:nvContentPartPr>
            <p14:xfrm>
              <a:off x="2087160" y="4480560"/>
              <a:ext cx="132480" cy="846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FA172B9-D841-F964-98D3-2D72A6F0B4A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078160" y="4471560"/>
                <a:ext cx="1501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CE811FA-4170-0DC8-9BA1-DF3AF93C7F6D}"/>
                  </a:ext>
                </a:extLst>
              </p14:cNvPr>
              <p14:cNvContentPartPr/>
              <p14:nvPr/>
            </p14:nvContentPartPr>
            <p14:xfrm>
              <a:off x="2764680" y="3276360"/>
              <a:ext cx="43920" cy="936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CE811FA-4170-0DC8-9BA1-DF3AF93C7F6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55680" y="3267360"/>
                <a:ext cx="6156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5CF8D0E-E702-7FA9-9FFB-31FC9840DCF4}"/>
              </a:ext>
            </a:extLst>
          </p:cNvPr>
          <p:cNvGrpSpPr/>
          <p:nvPr/>
        </p:nvGrpSpPr>
        <p:grpSpPr>
          <a:xfrm>
            <a:off x="1973400" y="3230640"/>
            <a:ext cx="849960" cy="276480"/>
            <a:chOff x="1973400" y="3230640"/>
            <a:chExt cx="8499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D250C2-684F-3823-41D3-6C6D1D7609CC}"/>
                    </a:ext>
                  </a:extLst>
                </p14:cNvPr>
                <p14:cNvContentPartPr/>
                <p14:nvPr/>
              </p14:nvContentPartPr>
              <p14:xfrm>
                <a:off x="1973400" y="3328920"/>
                <a:ext cx="194040" cy="178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D250C2-684F-3823-41D3-6C6D1D7609C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964400" y="3320280"/>
                  <a:ext cx="211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BC78060-1CBD-4617-8335-B7AA7381471B}"/>
                    </a:ext>
                  </a:extLst>
                </p14:cNvPr>
                <p14:cNvContentPartPr/>
                <p14:nvPr/>
              </p14:nvContentPartPr>
              <p14:xfrm>
                <a:off x="2247720" y="3367800"/>
                <a:ext cx="360" cy="109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BC78060-1CBD-4617-8335-B7AA738147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38720" y="3358800"/>
                  <a:ext cx="18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FEC43D-D7DA-91ED-A9B5-9148E82B2A1F}"/>
                    </a:ext>
                  </a:extLst>
                </p14:cNvPr>
                <p14:cNvContentPartPr/>
                <p14:nvPr/>
              </p14:nvContentPartPr>
              <p14:xfrm>
                <a:off x="2255280" y="3413520"/>
                <a:ext cx="3852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FEC43D-D7DA-91ED-A9B5-9148E82B2A1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46280" y="3404520"/>
                  <a:ext cx="56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BE33039-F1F0-57FB-11A9-5A9CCA9AD801}"/>
                    </a:ext>
                  </a:extLst>
                </p14:cNvPr>
                <p14:cNvContentPartPr/>
                <p14:nvPr/>
              </p14:nvContentPartPr>
              <p14:xfrm>
                <a:off x="2378760" y="3260880"/>
                <a:ext cx="102960" cy="208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BE33039-F1F0-57FB-11A9-5A9CCA9AD8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0120" y="3252240"/>
                  <a:ext cx="120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1975FB-04C5-C0D7-851D-A680EC001CDB}"/>
                    </a:ext>
                  </a:extLst>
                </p14:cNvPr>
                <p14:cNvContentPartPr/>
                <p14:nvPr/>
              </p14:nvContentPartPr>
              <p14:xfrm>
                <a:off x="2394600" y="3230640"/>
                <a:ext cx="13320" cy="18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1975FB-04C5-C0D7-851D-A680EC001C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85960" y="3221640"/>
                  <a:ext cx="3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49824B-557A-ADE8-D6C2-0CC955EB045D}"/>
                    </a:ext>
                  </a:extLst>
                </p14:cNvPr>
                <p14:cNvContentPartPr/>
                <p14:nvPr/>
              </p14:nvContentPartPr>
              <p14:xfrm>
                <a:off x="2211720" y="3409200"/>
                <a:ext cx="43560" cy="20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49824B-557A-ADE8-D6C2-0CC955EB045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03080" y="3400200"/>
                  <a:ext cx="61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E00BEA3-DBC8-50E9-46E5-05B131B532B5}"/>
                    </a:ext>
                  </a:extLst>
                </p14:cNvPr>
                <p14:cNvContentPartPr/>
                <p14:nvPr/>
              </p14:nvContentPartPr>
              <p14:xfrm>
                <a:off x="2079960" y="3331800"/>
                <a:ext cx="743400" cy="89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E00BEA3-DBC8-50E9-46E5-05B131B532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70960" y="3323160"/>
                  <a:ext cx="76104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BEB690F5-8644-A8CD-6884-4B203A9FAE6F}"/>
                  </a:ext>
                </a:extLst>
              </p14:cNvPr>
              <p14:cNvContentPartPr/>
              <p14:nvPr/>
            </p14:nvContentPartPr>
            <p14:xfrm>
              <a:off x="1897800" y="4366080"/>
              <a:ext cx="96840" cy="256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BEB690F5-8644-A8CD-6884-4B203A9FAE6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89160" y="4357080"/>
                <a:ext cx="11448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D29E33-477A-22DD-E8FF-37862599CA7B}"/>
              </a:ext>
            </a:extLst>
          </p:cNvPr>
          <p:cNvGrpSpPr/>
          <p:nvPr/>
        </p:nvGrpSpPr>
        <p:grpSpPr>
          <a:xfrm>
            <a:off x="5120520" y="3268800"/>
            <a:ext cx="924120" cy="362880"/>
            <a:chOff x="5120520" y="3268800"/>
            <a:chExt cx="92412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7178B2F-AAF4-A45A-ECE7-6CF3595D5C16}"/>
                    </a:ext>
                  </a:extLst>
                </p14:cNvPr>
                <p14:cNvContentPartPr/>
                <p14:nvPr/>
              </p14:nvContentPartPr>
              <p14:xfrm>
                <a:off x="5120520" y="3344760"/>
                <a:ext cx="207720" cy="207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7178B2F-AAF4-A45A-ECE7-6CF3595D5C1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11520" y="3336120"/>
                  <a:ext cx="225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B8CE823-B34E-E40A-A99A-FF54B8C9CB0E}"/>
                    </a:ext>
                  </a:extLst>
                </p14:cNvPr>
                <p14:cNvContentPartPr/>
                <p14:nvPr/>
              </p14:nvContentPartPr>
              <p14:xfrm>
                <a:off x="5561880" y="3337560"/>
                <a:ext cx="47520" cy="294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B8CE823-B34E-E40A-A99A-FF54B8C9CB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53240" y="3328560"/>
                  <a:ext cx="651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B8D68F6-E129-5AE4-D294-C439272E92EA}"/>
                    </a:ext>
                  </a:extLst>
                </p14:cNvPr>
                <p14:cNvContentPartPr/>
                <p14:nvPr/>
              </p14:nvContentPartPr>
              <p14:xfrm>
                <a:off x="5569800" y="3314520"/>
                <a:ext cx="144360" cy="15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B8D68F6-E129-5AE4-D294-C439272E92E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61160" y="3305880"/>
                  <a:ext cx="162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E2E0EA-88B5-9E02-7A6F-1385777EF3DE}"/>
                    </a:ext>
                  </a:extLst>
                </p14:cNvPr>
                <p14:cNvContentPartPr/>
                <p14:nvPr/>
              </p14:nvContentPartPr>
              <p14:xfrm>
                <a:off x="5600400" y="3504960"/>
                <a:ext cx="112680" cy="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E2E0EA-88B5-9E02-7A6F-1385777EF3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91400" y="3495960"/>
                  <a:ext cx="130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7C2DADF-75EE-CDAD-7A9A-0A55D9673DC9}"/>
                    </a:ext>
                  </a:extLst>
                </p14:cNvPr>
                <p14:cNvContentPartPr/>
                <p14:nvPr/>
              </p14:nvContentPartPr>
              <p14:xfrm>
                <a:off x="5873280" y="3268800"/>
                <a:ext cx="171360" cy="276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7C2DADF-75EE-CDAD-7A9A-0A55D9673DC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64640" y="3259800"/>
                  <a:ext cx="18900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06B89E3-EC6A-2155-3FA1-3C3342329D51}"/>
              </a:ext>
            </a:extLst>
          </p:cNvPr>
          <p:cNvGrpSpPr/>
          <p:nvPr/>
        </p:nvGrpSpPr>
        <p:grpSpPr>
          <a:xfrm>
            <a:off x="6797040" y="3429000"/>
            <a:ext cx="526320" cy="338040"/>
            <a:chOff x="6797040" y="3429000"/>
            <a:chExt cx="5263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E3EF29A-66B5-6E27-8DFE-39AA4790A9F4}"/>
                    </a:ext>
                  </a:extLst>
                </p14:cNvPr>
                <p14:cNvContentPartPr/>
                <p14:nvPr/>
              </p14:nvContentPartPr>
              <p14:xfrm>
                <a:off x="6797040" y="3503520"/>
                <a:ext cx="132480" cy="223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E3EF29A-66B5-6E27-8DFE-39AA4790A9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88040" y="3494520"/>
                  <a:ext cx="150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4E4E9C4-BF19-527A-4B90-BED08DB6E2B4}"/>
                    </a:ext>
                  </a:extLst>
                </p14:cNvPr>
                <p14:cNvContentPartPr/>
                <p14:nvPr/>
              </p14:nvContentPartPr>
              <p14:xfrm>
                <a:off x="7063440" y="3581280"/>
                <a:ext cx="360" cy="185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4E4E9C4-BF19-527A-4B90-BED08DB6E2B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54440" y="3572280"/>
                  <a:ext cx="18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B3EAAB7-5B87-8568-CF21-FC600C48EB69}"/>
                    </a:ext>
                  </a:extLst>
                </p14:cNvPr>
                <p14:cNvContentPartPr/>
                <p14:nvPr/>
              </p14:nvContentPartPr>
              <p14:xfrm>
                <a:off x="7010160" y="3634560"/>
                <a:ext cx="1119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B3EAAB7-5B87-8568-CF21-FC600C48EB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01160" y="3625560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A070439-F8FA-BC85-FD95-5B00DF24D826}"/>
                    </a:ext>
                  </a:extLst>
                </p14:cNvPr>
                <p14:cNvContentPartPr/>
                <p14:nvPr/>
              </p14:nvContentPartPr>
              <p14:xfrm>
                <a:off x="7185120" y="3429000"/>
                <a:ext cx="138240" cy="276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A070439-F8FA-BC85-FD95-5B00DF24D82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76480" y="3420000"/>
                  <a:ext cx="155880" cy="29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455D2B9-3FE6-DB94-4D8F-928BAD806911}"/>
              </a:ext>
            </a:extLst>
          </p:cNvPr>
          <p:cNvGrpSpPr/>
          <p:nvPr/>
        </p:nvGrpSpPr>
        <p:grpSpPr>
          <a:xfrm>
            <a:off x="5251920" y="3992760"/>
            <a:ext cx="548280" cy="485280"/>
            <a:chOff x="5251920" y="3992760"/>
            <a:chExt cx="54828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2CDAC58-727A-FC3E-5238-446E07C77C39}"/>
                    </a:ext>
                  </a:extLst>
                </p14:cNvPr>
                <p14:cNvContentPartPr/>
                <p14:nvPr/>
              </p14:nvContentPartPr>
              <p14:xfrm>
                <a:off x="5251920" y="3992760"/>
                <a:ext cx="68400" cy="431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2CDAC58-727A-FC3E-5238-446E07C77C3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42920" y="3983760"/>
                  <a:ext cx="860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66496DC-434F-2368-E7A7-E51728B58AAD}"/>
                    </a:ext>
                  </a:extLst>
                </p14:cNvPr>
                <p14:cNvContentPartPr/>
                <p14:nvPr/>
              </p14:nvContentPartPr>
              <p14:xfrm>
                <a:off x="5425440" y="4359960"/>
                <a:ext cx="117360" cy="59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66496DC-434F-2368-E7A7-E51728B58A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16440" y="4351320"/>
                  <a:ext cx="13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D867AEA-B21E-86CB-7931-DC93EE98CBF2}"/>
                    </a:ext>
                  </a:extLst>
                </p14:cNvPr>
                <p14:cNvContentPartPr/>
                <p14:nvPr/>
              </p14:nvContentPartPr>
              <p14:xfrm>
                <a:off x="5640720" y="4228920"/>
                <a:ext cx="158400" cy="249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D867AEA-B21E-86CB-7931-DC93EE98CBF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31720" y="4219920"/>
                  <a:ext cx="1760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52B745A-156A-3E4F-D7EC-C28736E92BA3}"/>
                    </a:ext>
                  </a:extLst>
                </p14:cNvPr>
                <p14:cNvContentPartPr/>
                <p14:nvPr/>
              </p14:nvContentPartPr>
              <p14:xfrm>
                <a:off x="5623440" y="4289760"/>
                <a:ext cx="128160" cy="30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52B745A-156A-3E4F-D7EC-C28736E92B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14440" y="4281120"/>
                  <a:ext cx="145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394273A-4DA6-1D95-557E-8E69180EB3A1}"/>
                    </a:ext>
                  </a:extLst>
                </p14:cNvPr>
                <p14:cNvContentPartPr/>
                <p14:nvPr/>
              </p14:nvContentPartPr>
              <p14:xfrm>
                <a:off x="5669160" y="4153680"/>
                <a:ext cx="131040" cy="68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394273A-4DA6-1D95-557E-8E69180EB3A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0160" y="4144680"/>
                  <a:ext cx="14868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823D02D-09B8-DA53-4BEA-9FF9867E956F}"/>
                  </a:ext>
                </a:extLst>
              </p14:cNvPr>
              <p14:cNvContentPartPr/>
              <p14:nvPr/>
            </p14:nvContentPartPr>
            <p14:xfrm>
              <a:off x="6932400" y="4168080"/>
              <a:ext cx="155160" cy="284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823D02D-09B8-DA53-4BEA-9FF9867E956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923760" y="4159080"/>
                <a:ext cx="17280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E34FAEA-1F20-0085-EBFE-30CF4BB67B08}"/>
              </a:ext>
            </a:extLst>
          </p:cNvPr>
          <p:cNvGrpSpPr/>
          <p:nvPr/>
        </p:nvGrpSpPr>
        <p:grpSpPr>
          <a:xfrm>
            <a:off x="5295480" y="4807800"/>
            <a:ext cx="418680" cy="238680"/>
            <a:chOff x="5295480" y="4807800"/>
            <a:chExt cx="41868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5AF71EE-C55F-216B-A696-D38FA8684F57}"/>
                    </a:ext>
                  </a:extLst>
                </p14:cNvPr>
                <p14:cNvContentPartPr/>
                <p14:nvPr/>
              </p14:nvContentPartPr>
              <p14:xfrm>
                <a:off x="5295480" y="4807800"/>
                <a:ext cx="200880" cy="2386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5AF71EE-C55F-216B-A696-D38FA8684F5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86480" y="4798800"/>
                  <a:ext cx="218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477D6D5-C7A1-1897-F44D-4BCD4D21C177}"/>
                    </a:ext>
                  </a:extLst>
                </p14:cNvPr>
                <p14:cNvContentPartPr/>
                <p14:nvPr/>
              </p14:nvContentPartPr>
              <p14:xfrm>
                <a:off x="5600400" y="4960440"/>
                <a:ext cx="113760" cy="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477D6D5-C7A1-1897-F44D-4BCD4D21C1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91400" y="4951440"/>
                  <a:ext cx="1314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175EF2B-D413-47B3-D552-37BB11607FB2}"/>
                  </a:ext>
                </a:extLst>
              </p14:cNvPr>
              <p14:cNvContentPartPr/>
              <p14:nvPr/>
            </p14:nvContentPartPr>
            <p14:xfrm>
              <a:off x="5843760" y="4746600"/>
              <a:ext cx="170640" cy="2160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175EF2B-D413-47B3-D552-37BB11607FB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835120" y="4737960"/>
                <a:ext cx="18828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311D216-314E-BB04-7B99-5D42E70388E5}"/>
                  </a:ext>
                </a:extLst>
              </p14:cNvPr>
              <p14:cNvContentPartPr/>
              <p14:nvPr/>
            </p14:nvContentPartPr>
            <p14:xfrm>
              <a:off x="5432640" y="4667400"/>
              <a:ext cx="86400" cy="1486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311D216-314E-BB04-7B99-5D42E70388E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424000" y="4658400"/>
                <a:ext cx="10404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301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Making </a:t>
            </a:r>
            <a:r>
              <a:rPr spc="-395" dirty="0"/>
              <a:t>Computers </a:t>
            </a:r>
            <a:r>
              <a:rPr spc="-470" dirty="0"/>
              <a:t>Faster </a:t>
            </a:r>
            <a:r>
              <a:rPr spc="-360" dirty="0"/>
              <a:t>and </a:t>
            </a:r>
            <a:r>
              <a:rPr spc="-430" dirty="0"/>
              <a:t>Better  </a:t>
            </a:r>
            <a:r>
              <a:rPr spc="-415" dirty="0"/>
              <a:t>Now </a:t>
            </a:r>
            <a:r>
              <a:rPr spc="-360" dirty="0"/>
              <a:t>and </a:t>
            </a:r>
            <a:r>
              <a:rPr spc="-310" dirty="0"/>
              <a:t>in </a:t>
            </a:r>
            <a:r>
              <a:rPr spc="-375" dirty="0"/>
              <a:t>the</a:t>
            </a:r>
            <a:r>
              <a:rPr spc="275" dirty="0"/>
              <a:t> </a:t>
            </a:r>
            <a:r>
              <a:rPr spc="-390" dirty="0"/>
              <a:t>Future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44144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Improving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Performance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50" dirty="0">
                <a:latin typeface="Carlito"/>
                <a:cs typeface="Carlito"/>
              </a:rPr>
              <a:t>Your </a:t>
            </a: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60" dirty="0">
                <a:latin typeface="Carlito"/>
                <a:cs typeface="Carlito"/>
              </a:rPr>
              <a:t>Today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Add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Perform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maintenance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Uninstall </a:t>
            </a:r>
            <a:r>
              <a:rPr sz="2400" spc="-15" dirty="0">
                <a:latin typeface="Carlito"/>
                <a:cs typeface="Carlito"/>
              </a:rPr>
              <a:t>programs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properly</a:t>
            </a:r>
            <a:endParaRPr sz="2400">
              <a:latin typeface="Carlito"/>
              <a:cs typeface="Carlito"/>
            </a:endParaRPr>
          </a:p>
          <a:p>
            <a:pPr marL="1155700" marR="142303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Remove </a:t>
            </a:r>
            <a:r>
              <a:rPr sz="2400" dirty="0">
                <a:latin typeface="Carlito"/>
                <a:cs typeface="Carlito"/>
              </a:rPr>
              <a:t>unnecessary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  from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Startup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list</a:t>
            </a:r>
            <a:endParaRPr sz="2400">
              <a:latin typeface="Carlito"/>
              <a:cs typeface="Carlito"/>
            </a:endParaRPr>
          </a:p>
          <a:p>
            <a:pPr marL="1155700" marR="150114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Consider placing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5" dirty="0">
                <a:latin typeface="Carlito"/>
                <a:cs typeface="Carlito"/>
              </a:rPr>
              <a:t>files not  needed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regular basis on  </a:t>
            </a:r>
            <a:r>
              <a:rPr sz="2400" spc="-10" dirty="0">
                <a:latin typeface="Carlito"/>
                <a:cs typeface="Carlito"/>
              </a:rPr>
              <a:t>external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storage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Delete temporary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80126" y="1484845"/>
            <a:ext cx="3470910" cy="4972685"/>
            <a:chOff x="5580126" y="1484845"/>
            <a:chExt cx="3470910" cy="4972685"/>
          </a:xfrm>
        </p:grpSpPr>
        <p:sp>
          <p:nvSpPr>
            <p:cNvPr id="5" name="object 5"/>
            <p:cNvSpPr/>
            <p:nvPr/>
          </p:nvSpPr>
          <p:spPr>
            <a:xfrm>
              <a:off x="5580126" y="2492870"/>
              <a:ext cx="3470655" cy="39643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40396" y="1484845"/>
              <a:ext cx="1215771" cy="105413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54</a:t>
            </a:fld>
            <a:endParaRPr spc="-16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Making </a:t>
            </a:r>
            <a:r>
              <a:rPr spc="-395" dirty="0"/>
              <a:t>Computers </a:t>
            </a:r>
            <a:r>
              <a:rPr spc="-470" dirty="0"/>
              <a:t>Faster </a:t>
            </a:r>
            <a:r>
              <a:rPr spc="-360" dirty="0"/>
              <a:t>and </a:t>
            </a:r>
            <a:r>
              <a:rPr spc="-430" dirty="0"/>
              <a:t>Better  </a:t>
            </a:r>
            <a:r>
              <a:rPr spc="-415" dirty="0"/>
              <a:t>Now </a:t>
            </a:r>
            <a:r>
              <a:rPr spc="-360" dirty="0"/>
              <a:t>and </a:t>
            </a:r>
            <a:r>
              <a:rPr spc="-310" dirty="0"/>
              <a:t>in </a:t>
            </a:r>
            <a:r>
              <a:rPr spc="-375" dirty="0"/>
              <a:t>the</a:t>
            </a:r>
            <a:r>
              <a:rPr spc="275" dirty="0"/>
              <a:t> </a:t>
            </a:r>
            <a:r>
              <a:rPr spc="-390" dirty="0"/>
              <a:t>Future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6813550" cy="26600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97865" indent="-2292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Error </a:t>
            </a:r>
            <a:r>
              <a:rPr sz="2400" dirty="0">
                <a:latin typeface="Carlito"/>
                <a:cs typeface="Carlito"/>
              </a:rPr>
              <a:t>check and </a:t>
            </a:r>
            <a:r>
              <a:rPr sz="2400" spc="-15" dirty="0">
                <a:latin typeface="Carlito"/>
                <a:cs typeface="Carlito"/>
              </a:rPr>
              <a:t>defrag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periodically</a:t>
            </a:r>
            <a:endParaRPr sz="2400">
              <a:latin typeface="Carlito"/>
              <a:cs typeface="Carlito"/>
            </a:endParaRPr>
          </a:p>
          <a:p>
            <a:pPr marL="697865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Scan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viruses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spyware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continually</a:t>
            </a:r>
            <a:endParaRPr sz="2400">
              <a:latin typeface="Carlito"/>
              <a:cs typeface="Carlito"/>
            </a:endParaRPr>
          </a:p>
          <a:p>
            <a:pPr marL="697865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Clean out </a:t>
            </a:r>
            <a:r>
              <a:rPr sz="2400" spc="-15" dirty="0">
                <a:latin typeface="Carlito"/>
                <a:cs typeface="Carlito"/>
              </a:rPr>
              <a:t>dust </a:t>
            </a:r>
            <a:r>
              <a:rPr sz="2400" spc="-10" dirty="0">
                <a:latin typeface="Carlito"/>
                <a:cs typeface="Carlito"/>
              </a:rPr>
              <a:t>once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twice 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year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Buy a </a:t>
            </a:r>
            <a:r>
              <a:rPr sz="2400" spc="-10" dirty="0">
                <a:latin typeface="Carlito"/>
                <a:cs typeface="Carlito"/>
              </a:rPr>
              <a:t>larger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second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Upgrade your Internet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connection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Upgrade your </a:t>
            </a:r>
            <a:r>
              <a:rPr sz="2400" spc="-5" dirty="0">
                <a:latin typeface="Carlito"/>
                <a:cs typeface="Carlito"/>
              </a:rPr>
              <a:t>video graphics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card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Making </a:t>
            </a:r>
            <a:r>
              <a:rPr spc="-395" dirty="0"/>
              <a:t>Computers </a:t>
            </a:r>
            <a:r>
              <a:rPr spc="-470" dirty="0"/>
              <a:t>Faster </a:t>
            </a:r>
            <a:r>
              <a:rPr spc="-360" dirty="0"/>
              <a:t>and </a:t>
            </a:r>
            <a:r>
              <a:rPr spc="-430" dirty="0"/>
              <a:t>Better  </a:t>
            </a:r>
            <a:r>
              <a:rPr spc="-415" dirty="0"/>
              <a:t>Now </a:t>
            </a:r>
            <a:r>
              <a:rPr spc="-360" dirty="0"/>
              <a:t>and </a:t>
            </a:r>
            <a:r>
              <a:rPr spc="-310" dirty="0"/>
              <a:t>in </a:t>
            </a:r>
            <a:r>
              <a:rPr spc="-375" dirty="0"/>
              <a:t>the</a:t>
            </a:r>
            <a:r>
              <a:rPr spc="275" dirty="0"/>
              <a:t> </a:t>
            </a:r>
            <a:r>
              <a:rPr spc="-390" dirty="0"/>
              <a:t>Future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615430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Strategies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Making </a:t>
            </a: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Better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Improved </a:t>
            </a:r>
            <a:r>
              <a:rPr sz="2400" spc="-10" dirty="0">
                <a:latin typeface="Carlito"/>
                <a:cs typeface="Carlito"/>
              </a:rPr>
              <a:t>Architecture</a:t>
            </a:r>
            <a:endParaRPr sz="2400" dirty="0">
              <a:latin typeface="Carlito"/>
              <a:cs typeface="Carlito"/>
            </a:endParaRPr>
          </a:p>
          <a:p>
            <a:pPr marL="1155700" marR="156083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Smaller </a:t>
            </a:r>
            <a:r>
              <a:rPr sz="2400" spc="-10" dirty="0">
                <a:latin typeface="Carlito"/>
                <a:cs typeface="Carlito"/>
              </a:rPr>
              <a:t>components, </a:t>
            </a: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spc="-5" dirty="0">
                <a:latin typeface="Carlito"/>
                <a:cs typeface="Carlito"/>
              </a:rPr>
              <a:t>bus  speeds,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15" dirty="0">
                <a:latin typeface="Carlito"/>
                <a:cs typeface="Carlito"/>
              </a:rPr>
              <a:t>cores,  </a:t>
            </a: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virtualization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Improved </a:t>
            </a:r>
            <a:r>
              <a:rPr sz="2400" spc="-5" dirty="0">
                <a:latin typeface="Carlito"/>
                <a:cs typeface="Carlito"/>
              </a:rPr>
              <a:t>Materials</a:t>
            </a:r>
            <a:endParaRPr sz="2400" dirty="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Flexible </a:t>
            </a:r>
            <a:r>
              <a:rPr sz="2400" spc="-5" dirty="0">
                <a:latin typeface="Carlito"/>
                <a:cs typeface="Carlito"/>
              </a:rPr>
              <a:t>electronic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 dirty="0">
              <a:latin typeface="Carlito"/>
              <a:cs typeface="Carlito"/>
            </a:endParaRPr>
          </a:p>
          <a:p>
            <a:pPr marL="13843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35" dirty="0">
                <a:latin typeface="Carlito"/>
                <a:cs typeface="Carlito"/>
              </a:rPr>
              <a:t>Copper, </a:t>
            </a:r>
            <a:r>
              <a:rPr sz="2400" spc="-5" dirty="0">
                <a:latin typeface="Carlito"/>
                <a:cs typeface="Carlito"/>
              </a:rPr>
              <a:t>high-k, </a:t>
            </a:r>
            <a:r>
              <a:rPr sz="2400" spc="-10" dirty="0">
                <a:latin typeface="Carlito"/>
                <a:cs typeface="Carlito"/>
              </a:rPr>
              <a:t>graphene</a:t>
            </a:r>
            <a:r>
              <a:rPr sz="2400" spc="-2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chip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0171" y="3285020"/>
            <a:ext cx="2901950" cy="31413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56</a:t>
            </a:fld>
            <a:endParaRPr spc="-16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Making </a:t>
            </a:r>
            <a:r>
              <a:rPr spc="-395" dirty="0"/>
              <a:t>Computers </a:t>
            </a:r>
            <a:r>
              <a:rPr spc="-470" dirty="0"/>
              <a:t>Faster </a:t>
            </a:r>
            <a:r>
              <a:rPr spc="-360" dirty="0"/>
              <a:t>and </a:t>
            </a:r>
            <a:r>
              <a:rPr spc="-430" dirty="0"/>
              <a:t>Better  </a:t>
            </a:r>
            <a:r>
              <a:rPr spc="-415" dirty="0"/>
              <a:t>Now </a:t>
            </a:r>
            <a:r>
              <a:rPr spc="-360" dirty="0"/>
              <a:t>and </a:t>
            </a:r>
            <a:r>
              <a:rPr spc="-310" dirty="0"/>
              <a:t>in </a:t>
            </a:r>
            <a:r>
              <a:rPr spc="-375" dirty="0"/>
              <a:t>the</a:t>
            </a:r>
            <a:r>
              <a:rPr spc="275" dirty="0"/>
              <a:t> </a:t>
            </a:r>
            <a:r>
              <a:rPr spc="-390" dirty="0"/>
              <a:t>Future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017384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Pipelining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instructions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processed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one 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Multiprocessing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Parallel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processors to </a:t>
            </a:r>
            <a:r>
              <a:rPr sz="2400" spc="-5" dirty="0">
                <a:latin typeface="Carlito"/>
                <a:cs typeface="Carlito"/>
              </a:rPr>
              <a:t>speed up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9660" marR="5080">
              <a:lnSpc>
                <a:spcPct val="100000"/>
              </a:lnSpc>
              <a:spcBef>
                <a:spcPts val="100"/>
              </a:spcBef>
            </a:pPr>
            <a:r>
              <a:rPr spc="-345" dirty="0"/>
              <a:t>Making </a:t>
            </a:r>
            <a:r>
              <a:rPr spc="-395" dirty="0"/>
              <a:t>Computers </a:t>
            </a:r>
            <a:r>
              <a:rPr spc="-470" dirty="0"/>
              <a:t>Faster </a:t>
            </a:r>
            <a:r>
              <a:rPr spc="-360" dirty="0"/>
              <a:t>and </a:t>
            </a:r>
            <a:r>
              <a:rPr spc="-430" dirty="0"/>
              <a:t>Better  </a:t>
            </a:r>
            <a:r>
              <a:rPr spc="-415" dirty="0"/>
              <a:t>Now </a:t>
            </a:r>
            <a:r>
              <a:rPr spc="-360" dirty="0"/>
              <a:t>and </a:t>
            </a:r>
            <a:r>
              <a:rPr spc="-310" dirty="0"/>
              <a:t>in </a:t>
            </a:r>
            <a:r>
              <a:rPr spc="-375" dirty="0"/>
              <a:t>the</a:t>
            </a:r>
            <a:r>
              <a:rPr spc="275" dirty="0"/>
              <a:t> </a:t>
            </a:r>
            <a:r>
              <a:rPr spc="-390" dirty="0"/>
              <a:t>Future</a:t>
            </a:r>
          </a:p>
        </p:txBody>
      </p:sp>
      <p:sp>
        <p:nvSpPr>
          <p:cNvPr id="3" name="object 3"/>
          <p:cNvSpPr/>
          <p:nvPr/>
        </p:nvSpPr>
        <p:spPr>
          <a:xfrm>
            <a:off x="613882" y="1844763"/>
            <a:ext cx="6658696" cy="39604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52359" y="4149077"/>
            <a:ext cx="1407541" cy="21031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58</a:t>
            </a:fld>
            <a:endParaRPr spc="-165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843FA6-9D59-D204-7E25-09A0CA86C5B7}"/>
                  </a:ext>
                </a:extLst>
              </p14:cNvPr>
              <p14:cNvContentPartPr/>
              <p14:nvPr/>
            </p14:nvContentPartPr>
            <p14:xfrm>
              <a:off x="882720" y="1676520"/>
              <a:ext cx="2413440" cy="4064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843FA6-9D59-D204-7E25-09A0CA86C5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3360" y="1667160"/>
                <a:ext cx="2432160" cy="408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0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Future</a:t>
            </a:r>
            <a:r>
              <a:rPr sz="3600" spc="-295" dirty="0"/>
              <a:t> </a:t>
            </a:r>
            <a:r>
              <a:rPr sz="3600" spc="-484" dirty="0"/>
              <a:t>Trends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65720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Nanotechnology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science of </a:t>
            </a:r>
            <a:r>
              <a:rPr sz="2400" spc="-10" dirty="0">
                <a:latin typeface="Carlito"/>
                <a:cs typeface="Carlito"/>
              </a:rPr>
              <a:t>creating </a:t>
            </a:r>
            <a:r>
              <a:rPr sz="2400" spc="-15" dirty="0">
                <a:latin typeface="Carlito"/>
                <a:cs typeface="Carlito"/>
              </a:rPr>
              <a:t>tiny 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components  </a:t>
            </a:r>
            <a:r>
              <a:rPr sz="2400" dirty="0">
                <a:latin typeface="Carlito"/>
                <a:cs typeface="Carlito"/>
              </a:rPr>
              <a:t>less than </a:t>
            </a:r>
            <a:r>
              <a:rPr sz="2400" spc="-5" dirty="0">
                <a:latin typeface="Carlito"/>
                <a:cs typeface="Carlito"/>
              </a:rPr>
              <a:t>100 </a:t>
            </a:r>
            <a:r>
              <a:rPr sz="2400" spc="-10" dirty="0">
                <a:latin typeface="Carlito"/>
                <a:cs typeface="Carlito"/>
              </a:rPr>
              <a:t>nanometers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size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Carbon nanotubes </a:t>
            </a:r>
            <a:r>
              <a:rPr sz="2400" spc="-35" dirty="0">
                <a:latin typeface="Carlito"/>
                <a:cs typeface="Carlito"/>
              </a:rPr>
              <a:t>(CNTs)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10" dirty="0">
                <a:latin typeface="Carlito"/>
                <a:cs typeface="Carlito"/>
              </a:rPr>
              <a:t>products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today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Nanofilters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nanosensors</a:t>
            </a:r>
            <a:endParaRPr sz="2400">
              <a:latin typeface="Carlito"/>
              <a:cs typeface="Carlito"/>
            </a:endParaRPr>
          </a:p>
          <a:p>
            <a:pPr marL="756285" marR="356171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Future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spc="-20" dirty="0">
                <a:latin typeface="Carlito"/>
                <a:cs typeface="Carlito"/>
              </a:rPr>
              <a:t>may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  built </a:t>
            </a:r>
            <a:r>
              <a:rPr sz="2400" spc="-10" dirty="0">
                <a:latin typeface="Carlito"/>
                <a:cs typeface="Carlito"/>
              </a:rPr>
              <a:t>by working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 individual </a:t>
            </a:r>
            <a:r>
              <a:rPr sz="2400" spc="-15" dirty="0">
                <a:latin typeface="Carlito"/>
                <a:cs typeface="Carlito"/>
              </a:rPr>
              <a:t>atomic </a:t>
            </a:r>
            <a:r>
              <a:rPr sz="2400" dirty="0">
                <a:latin typeface="Carlito"/>
                <a:cs typeface="Carlito"/>
              </a:rPr>
              <a:t>and  molecular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levels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12179" y="3789045"/>
            <a:ext cx="1963039" cy="2666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99990" y="5373217"/>
            <a:ext cx="1425828" cy="8679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59</a:t>
            </a:fld>
            <a:endParaRPr spc="-16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 dirty="0"/>
              <a:t>Technology </a:t>
            </a:r>
            <a:r>
              <a:rPr sz="3600" spc="-405" dirty="0"/>
              <a:t>and </a:t>
            </a:r>
            <a:r>
              <a:rPr sz="3600" spc="-490" dirty="0"/>
              <a:t>You</a:t>
            </a:r>
            <a:r>
              <a:rPr sz="3600" spc="9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26325" cy="4342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60" dirty="0">
                <a:latin typeface="Arial"/>
                <a:cs typeface="Arial"/>
              </a:rPr>
              <a:t>“Magic”</a:t>
            </a:r>
            <a:r>
              <a:rPr sz="2400" b="1" spc="-140" dirty="0">
                <a:latin typeface="Arial"/>
                <a:cs typeface="Arial"/>
              </a:rPr>
              <a:t> </a:t>
            </a:r>
            <a:r>
              <a:rPr sz="2400" b="1" spc="-270" dirty="0">
                <a:latin typeface="Arial"/>
                <a:cs typeface="Arial"/>
              </a:rPr>
              <a:t>Glass</a:t>
            </a:r>
            <a:endParaRPr sz="24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MIT </a:t>
            </a:r>
            <a:r>
              <a:rPr sz="2400" spc="-5" dirty="0">
                <a:latin typeface="Carlito"/>
                <a:cs typeface="Carlito"/>
              </a:rPr>
              <a:t>has developed </a:t>
            </a:r>
            <a:r>
              <a:rPr sz="2400" spc="-10" dirty="0">
                <a:latin typeface="Carlito"/>
                <a:cs typeface="Carlito"/>
              </a:rPr>
              <a:t>nano-sized conical </a:t>
            </a:r>
            <a:r>
              <a:rPr sz="2400" spc="-15" dirty="0">
                <a:latin typeface="Carlito"/>
                <a:cs typeface="Carlito"/>
              </a:rPr>
              <a:t>patterns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surface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glass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eliminated </a:t>
            </a:r>
            <a:r>
              <a:rPr sz="2400" dirty="0">
                <a:latin typeface="Carlito"/>
                <a:cs typeface="Carlito"/>
              </a:rPr>
              <a:t>its </a:t>
            </a:r>
            <a:r>
              <a:rPr sz="2400" spc="-15" dirty="0">
                <a:latin typeface="Carlito"/>
                <a:cs typeface="Carlito"/>
              </a:rPr>
              <a:t>reflective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properties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Glass </a:t>
            </a:r>
            <a:r>
              <a:rPr sz="2400" spc="-10" dirty="0">
                <a:latin typeface="Carlito"/>
                <a:cs typeface="Carlito"/>
              </a:rPr>
              <a:t>resists fogging </a:t>
            </a:r>
            <a:r>
              <a:rPr sz="2400" dirty="0">
                <a:latin typeface="Carlito"/>
                <a:cs typeface="Carlito"/>
              </a:rPr>
              <a:t>and is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self-cleaning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Possible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uses: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Smartphone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screens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Eyeglasses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45" dirty="0">
                <a:latin typeface="Carlito"/>
                <a:cs typeface="Carlito"/>
              </a:rPr>
              <a:t>TVs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windshieds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Building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3140964"/>
            <a:ext cx="4314825" cy="3133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60</a:t>
            </a:fld>
            <a:endParaRPr spc="-16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0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Future</a:t>
            </a:r>
            <a:r>
              <a:rPr sz="3600" spc="-295" dirty="0"/>
              <a:t> </a:t>
            </a:r>
            <a:r>
              <a:rPr sz="3600" spc="-484" dirty="0"/>
              <a:t>Trends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81620" cy="405002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Quantum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Computing</a:t>
            </a:r>
            <a:endParaRPr sz="2400">
              <a:latin typeface="Carlito"/>
              <a:cs typeface="Carlito"/>
            </a:endParaRPr>
          </a:p>
          <a:p>
            <a:pPr marL="756285" marR="25590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Applies the </a:t>
            </a:r>
            <a:r>
              <a:rPr sz="2400" spc="-5" dirty="0">
                <a:latin typeface="Carlito"/>
                <a:cs typeface="Carlito"/>
              </a:rPr>
              <a:t>principles of </a:t>
            </a:r>
            <a:r>
              <a:rPr sz="2400" spc="-10" dirty="0">
                <a:latin typeface="Carlito"/>
                <a:cs typeface="Carlito"/>
              </a:rPr>
              <a:t>quantum </a:t>
            </a:r>
            <a:r>
              <a:rPr sz="2400" spc="-15" dirty="0">
                <a:latin typeface="Carlito"/>
                <a:cs typeface="Carlito"/>
              </a:rPr>
              <a:t>physics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quantum  </a:t>
            </a:r>
            <a:r>
              <a:rPr sz="2400" spc="-5" dirty="0">
                <a:latin typeface="Carlito"/>
                <a:cs typeface="Carlito"/>
              </a:rPr>
              <a:t>mechanics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Utilizes </a:t>
            </a:r>
            <a:r>
              <a:rPr sz="2400" spc="-15" dirty="0">
                <a:latin typeface="Carlito"/>
                <a:cs typeface="Carlito"/>
              </a:rPr>
              <a:t>atoms </a:t>
            </a:r>
            <a:r>
              <a:rPr sz="2400" spc="-5" dirty="0">
                <a:latin typeface="Carlito"/>
                <a:cs typeface="Carlito"/>
              </a:rPr>
              <a:t>or nuclei </a:t>
            </a:r>
            <a:r>
              <a:rPr sz="2400" spc="-10" dirty="0">
                <a:latin typeface="Carlito"/>
                <a:cs typeface="Carlito"/>
              </a:rPr>
              <a:t>working </a:t>
            </a:r>
            <a:r>
              <a:rPr sz="2400" spc="-15" dirty="0">
                <a:latin typeface="Carlito"/>
                <a:cs typeface="Carlito"/>
              </a:rPr>
              <a:t>together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quantum </a:t>
            </a:r>
            <a:r>
              <a:rPr sz="2400" spc="-5" dirty="0">
                <a:latin typeface="Carlito"/>
                <a:cs typeface="Carlito"/>
              </a:rPr>
              <a:t>bits  (qubits)</a:t>
            </a:r>
            <a:endParaRPr sz="2400">
              <a:latin typeface="Carlito"/>
              <a:cs typeface="Carlito"/>
            </a:endParaRPr>
          </a:p>
          <a:p>
            <a:pPr marL="756285" marR="50800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85" dirty="0">
                <a:latin typeface="Arial"/>
                <a:cs typeface="Arial"/>
              </a:rPr>
              <a:t>Qubits </a:t>
            </a:r>
            <a:r>
              <a:rPr sz="2400" spc="-40" dirty="0">
                <a:latin typeface="Arial"/>
                <a:cs typeface="Arial"/>
              </a:rPr>
              <a:t>function </a:t>
            </a:r>
            <a:r>
              <a:rPr sz="2400" spc="-90" dirty="0">
                <a:latin typeface="Arial"/>
                <a:cs typeface="Arial"/>
              </a:rPr>
              <a:t>simultaneously </a:t>
            </a:r>
            <a:r>
              <a:rPr sz="2400" spc="-225" dirty="0">
                <a:latin typeface="Arial"/>
                <a:cs typeface="Arial"/>
              </a:rPr>
              <a:t>as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computer’s  </a:t>
            </a:r>
            <a:r>
              <a:rPr sz="2400" spc="-10" dirty="0">
                <a:latin typeface="Carlito"/>
                <a:cs typeface="Carlito"/>
              </a:rPr>
              <a:t>processor </a:t>
            </a:r>
            <a:r>
              <a:rPr sz="2400" dirty="0">
                <a:latin typeface="Carlito"/>
                <a:cs typeface="Carlito"/>
              </a:rPr>
              <a:t>and memory and </a:t>
            </a:r>
            <a:r>
              <a:rPr sz="2400" spc="-10" dirty="0">
                <a:latin typeface="Carlito"/>
                <a:cs typeface="Carlito"/>
              </a:rPr>
              <a:t>can represent more </a:t>
            </a:r>
            <a:r>
              <a:rPr sz="2400" dirty="0">
                <a:latin typeface="Carlito"/>
                <a:cs typeface="Carlito"/>
              </a:rPr>
              <a:t>than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two  </a:t>
            </a:r>
            <a:r>
              <a:rPr sz="2400" spc="-20" dirty="0">
                <a:latin typeface="Carlito"/>
                <a:cs typeface="Carlito"/>
              </a:rPr>
              <a:t>states</a:t>
            </a:r>
            <a:endParaRPr sz="2400">
              <a:latin typeface="Carlito"/>
              <a:cs typeface="Carlito"/>
            </a:endParaRPr>
          </a:p>
          <a:p>
            <a:pPr marL="756285" marR="1841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Expected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specialized </a:t>
            </a:r>
            <a:r>
              <a:rPr sz="2400" spc="-5" dirty="0">
                <a:latin typeface="Carlito"/>
                <a:cs typeface="Carlito"/>
              </a:rPr>
              <a:t>applications, such </a:t>
            </a:r>
            <a:r>
              <a:rPr sz="2400" dirty="0">
                <a:latin typeface="Carlito"/>
                <a:cs typeface="Carlito"/>
              </a:rPr>
              <a:t>as  encryption and </a:t>
            </a:r>
            <a:r>
              <a:rPr sz="2400" spc="-10" dirty="0">
                <a:latin typeface="Carlito"/>
                <a:cs typeface="Carlito"/>
              </a:rPr>
              <a:t>code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breaking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0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Future</a:t>
            </a:r>
            <a:r>
              <a:rPr sz="3600" spc="-295" dirty="0"/>
              <a:t> </a:t>
            </a:r>
            <a:r>
              <a:rPr sz="3600" spc="-484" dirty="0"/>
              <a:t>Trends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0050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Optical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Computing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Uses light,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laser </a:t>
            </a:r>
            <a:r>
              <a:rPr sz="2400" spc="-5" dirty="0">
                <a:latin typeface="Carlito"/>
                <a:cs typeface="Carlito"/>
              </a:rPr>
              <a:t>beams or </a:t>
            </a:r>
            <a:r>
              <a:rPr sz="2400" spc="-15" dirty="0">
                <a:latin typeface="Carlito"/>
                <a:cs typeface="Carlito"/>
              </a:rPr>
              <a:t>infrared </a:t>
            </a:r>
            <a:r>
              <a:rPr sz="2400" spc="-5" dirty="0">
                <a:latin typeface="Carlito"/>
                <a:cs typeface="Carlito"/>
              </a:rPr>
              <a:t>beams, </a:t>
            </a:r>
            <a:r>
              <a:rPr sz="2400" spc="-15" dirty="0">
                <a:latin typeface="Carlito"/>
                <a:cs typeface="Carlito"/>
              </a:rPr>
              <a:t>to perform  </a:t>
            </a:r>
            <a:r>
              <a:rPr sz="2400" spc="-10" dirty="0">
                <a:latin typeface="Carlito"/>
                <a:cs typeface="Carlito"/>
              </a:rPr>
              <a:t>digital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computations</a:t>
            </a:r>
            <a:endParaRPr sz="2400">
              <a:latin typeface="Carlito"/>
              <a:cs typeface="Carlito"/>
            </a:endParaRPr>
          </a:p>
          <a:p>
            <a:pPr marL="756285" marR="4953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Opto-electronic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5" dirty="0">
                <a:latin typeface="Carlito"/>
                <a:cs typeface="Carlito"/>
              </a:rPr>
              <a:t>use both </a:t>
            </a: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electronic  </a:t>
            </a:r>
            <a:r>
              <a:rPr sz="2400" spc="-10" dirty="0">
                <a:latin typeface="Carlito"/>
                <a:cs typeface="Carlito"/>
              </a:rPr>
              <a:t>components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Silicon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Photonics</a:t>
            </a:r>
            <a:endParaRPr sz="2400">
              <a:latin typeface="Carlito"/>
              <a:cs typeface="Carlito"/>
            </a:endParaRPr>
          </a:p>
          <a:p>
            <a:pPr marL="756285" marR="104521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making </a:t>
            </a:r>
            <a:r>
              <a:rPr sz="2400" spc="-10" dirty="0">
                <a:latin typeface="Carlito"/>
                <a:cs typeface="Carlito"/>
              </a:rPr>
              <a:t>optical </a:t>
            </a:r>
            <a:r>
              <a:rPr sz="2400" spc="-5" dirty="0">
                <a:latin typeface="Carlito"/>
                <a:cs typeface="Carlito"/>
              </a:rPr>
              <a:t>devices using </a:t>
            </a:r>
            <a:r>
              <a:rPr sz="2400" spc="-10" dirty="0">
                <a:latin typeface="Carlito"/>
                <a:cs typeface="Carlito"/>
              </a:rPr>
              <a:t>silicon  </a:t>
            </a:r>
            <a:r>
              <a:rPr sz="2400" spc="-5" dirty="0">
                <a:latin typeface="Carlito"/>
                <a:cs typeface="Carlito"/>
              </a:rPr>
              <a:t>manufacturing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techniques</a:t>
            </a:r>
            <a:endParaRPr sz="2400">
              <a:latin typeface="Carlito"/>
              <a:cs typeface="Carlito"/>
            </a:endParaRPr>
          </a:p>
          <a:p>
            <a:pPr marL="1155700" marR="58229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  <a:tab pos="6134100" algn="l"/>
              </a:tabLst>
            </a:pPr>
            <a:r>
              <a:rPr sz="2400" spc="-15" dirty="0">
                <a:latin typeface="Carlito"/>
                <a:cs typeface="Carlito"/>
              </a:rPr>
              <a:t>Possible </a:t>
            </a:r>
            <a:r>
              <a:rPr sz="2400" spc="-10" dirty="0">
                <a:latin typeface="Carlito"/>
                <a:cs typeface="Carlito"/>
              </a:rPr>
              <a:t>low-cost </a:t>
            </a:r>
            <a:r>
              <a:rPr sz="2400" spc="-5" dirty="0">
                <a:latin typeface="Carlito"/>
                <a:cs typeface="Carlito"/>
              </a:rPr>
              <a:t>solution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future data-intensive  computing</a:t>
            </a:r>
            <a:r>
              <a:rPr sz="2400" spc="114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applications</a:t>
            </a:r>
            <a:r>
              <a:rPr sz="2400" spc="-15" dirty="0">
                <a:latin typeface="Arial"/>
                <a:cs typeface="Arial"/>
              </a:rPr>
              <a:t>—</a:t>
            </a:r>
            <a:r>
              <a:rPr sz="2400" spc="-15" dirty="0">
                <a:latin typeface="Carlito"/>
                <a:cs typeface="Carlito"/>
              </a:rPr>
              <a:t>telemedicine,	</a:t>
            </a:r>
            <a:r>
              <a:rPr sz="2400" dirty="0">
                <a:latin typeface="Carlito"/>
                <a:cs typeface="Carlito"/>
              </a:rPr>
              <a:t>cloud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  centers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0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Future</a:t>
            </a:r>
            <a:r>
              <a:rPr sz="3600" spc="-295" dirty="0"/>
              <a:t> </a:t>
            </a:r>
            <a:r>
              <a:rPr sz="3600" spc="-484" dirty="0"/>
              <a:t>Trends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58455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30" dirty="0">
                <a:latin typeface="Carlito"/>
                <a:cs typeface="Carlito"/>
              </a:rPr>
              <a:t>Tera-Scale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Computing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ability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dirty="0">
                <a:latin typeface="Carlito"/>
                <a:cs typeface="Carlito"/>
              </a:rPr>
              <a:t>trillion </a:t>
            </a:r>
            <a:r>
              <a:rPr sz="2400" spc="-5" dirty="0">
                <a:latin typeface="Carlito"/>
                <a:cs typeface="Carlito"/>
              </a:rPr>
              <a:t>floating-point </a:t>
            </a:r>
            <a:r>
              <a:rPr sz="2400" spc="-10" dirty="0">
                <a:latin typeface="Carlito"/>
                <a:cs typeface="Carlito"/>
              </a:rPr>
              <a:t>operations  </a:t>
            </a:r>
            <a:r>
              <a:rPr sz="2400" spc="-5" dirty="0">
                <a:latin typeface="Carlito"/>
                <a:cs typeface="Carlito"/>
              </a:rPr>
              <a:t>per </a:t>
            </a:r>
            <a:r>
              <a:rPr sz="2400" spc="-10" dirty="0">
                <a:latin typeface="Carlito"/>
                <a:cs typeface="Carlito"/>
              </a:rPr>
              <a:t>second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(teraflops)</a:t>
            </a:r>
            <a:endParaRPr sz="2400">
              <a:latin typeface="Carlito"/>
              <a:cs typeface="Carlito"/>
            </a:endParaRPr>
          </a:p>
          <a:p>
            <a:pPr marL="756285" marR="76835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 dirty="0">
                <a:latin typeface="Carlito"/>
                <a:cs typeface="Carlito"/>
              </a:rPr>
              <a:t>Terascale </a:t>
            </a:r>
            <a:r>
              <a:rPr sz="2400" spc="-10" dirty="0">
                <a:latin typeface="Carlito"/>
                <a:cs typeface="Carlito"/>
              </a:rPr>
              <a:t>research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focusing </a:t>
            </a:r>
            <a:r>
              <a:rPr sz="2400" spc="-10" dirty="0">
                <a:latin typeface="Carlito"/>
                <a:cs typeface="Carlito"/>
              </a:rPr>
              <a:t>on creating </a:t>
            </a:r>
            <a:r>
              <a:rPr sz="2400" spc="-5" dirty="0">
                <a:latin typeface="Carlito"/>
                <a:cs typeface="Carlito"/>
              </a:rPr>
              <a:t>multi-core  </a:t>
            </a:r>
            <a:r>
              <a:rPr sz="2400" spc="-15" dirty="0">
                <a:latin typeface="Carlito"/>
                <a:cs typeface="Carlito"/>
              </a:rPr>
              <a:t>processors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tens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hundreds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cores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Intel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Single-chip Cloud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which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dirty="0">
                <a:latin typeface="Carlito"/>
                <a:cs typeface="Carlito"/>
              </a:rPr>
              <a:t>48 </a:t>
            </a:r>
            <a:r>
              <a:rPr sz="2400" spc="-15" dirty="0">
                <a:latin typeface="Carlito"/>
                <a:cs typeface="Carlito"/>
              </a:rPr>
              <a:t>cores </a:t>
            </a:r>
            <a:r>
              <a:rPr sz="2400" spc="-5" dirty="0">
                <a:latin typeface="Carlito"/>
                <a:cs typeface="Carlito"/>
              </a:rPr>
              <a:t>on one </a:t>
            </a:r>
            <a:r>
              <a:rPr sz="2400" spc="-10" dirty="0">
                <a:latin typeface="Carlito"/>
                <a:cs typeface="Carlito"/>
              </a:rPr>
              <a:t>silicon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chip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Expected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needed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future</a:t>
            </a:r>
            <a:r>
              <a:rPr sz="2400" spc="-5" dirty="0">
                <a:latin typeface="Carlito"/>
                <a:cs typeface="Carlito"/>
              </a:rPr>
              <a:t> applications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802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Future</a:t>
            </a:r>
            <a:r>
              <a:rPr sz="3600" spc="-295" dirty="0"/>
              <a:t> </a:t>
            </a:r>
            <a:r>
              <a:rPr sz="3600" spc="-484" dirty="0"/>
              <a:t>Trends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558665" cy="3610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3D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Chips</a:t>
            </a:r>
            <a:endParaRPr sz="2400">
              <a:latin typeface="Carlito"/>
              <a:cs typeface="Carlito"/>
            </a:endParaRPr>
          </a:p>
          <a:p>
            <a:pPr marL="756285" marR="438784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Contain </a:t>
            </a:r>
            <a:r>
              <a:rPr sz="2400" spc="-15" dirty="0">
                <a:latin typeface="Carlito"/>
                <a:cs typeface="Carlito"/>
              </a:rPr>
              <a:t>transistors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are  layered to </a:t>
            </a:r>
            <a:r>
              <a:rPr sz="2400" dirty="0">
                <a:latin typeface="Carlito"/>
                <a:cs typeface="Carlito"/>
              </a:rPr>
              <a:t>cut </a:t>
            </a:r>
            <a:r>
              <a:rPr sz="2400" spc="-10" dirty="0">
                <a:latin typeface="Carlito"/>
                <a:cs typeface="Carlito"/>
              </a:rPr>
              <a:t>down on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surface area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required</a:t>
            </a:r>
            <a:endParaRPr sz="2400">
              <a:latin typeface="Carlito"/>
              <a:cs typeface="Carlito"/>
            </a:endParaRPr>
          </a:p>
          <a:p>
            <a:pPr marL="756285" marR="13716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10" dirty="0">
                <a:latin typeface="Carlito"/>
                <a:cs typeface="Carlito"/>
              </a:rPr>
              <a:t>by layering </a:t>
            </a:r>
            <a:r>
              <a:rPr sz="2400" dirty="0">
                <a:latin typeface="Carlito"/>
                <a:cs typeface="Carlito"/>
              </a:rPr>
              <a:t>individual  </a:t>
            </a:r>
            <a:r>
              <a:rPr sz="2400" spc="-10" dirty="0">
                <a:latin typeface="Carlito"/>
                <a:cs typeface="Carlito"/>
              </a:rPr>
              <a:t>silicon </a:t>
            </a:r>
            <a:r>
              <a:rPr sz="2400" spc="-25" dirty="0">
                <a:latin typeface="Carlito"/>
                <a:cs typeface="Carlito"/>
              </a:rPr>
              <a:t>wafers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top of one  </a:t>
            </a:r>
            <a:r>
              <a:rPr sz="2400" dirty="0">
                <a:latin typeface="Carlito"/>
                <a:cs typeface="Carlito"/>
              </a:rPr>
              <a:t>another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Being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25" dirty="0">
                <a:latin typeface="Carlito"/>
                <a:cs typeface="Carlito"/>
              </a:rPr>
              <a:t>memory,</a:t>
            </a:r>
            <a:r>
              <a:rPr sz="2400" spc="-1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flash  </a:t>
            </a:r>
            <a:r>
              <a:rPr sz="2400" spc="-25" dirty="0">
                <a:latin typeface="Carlito"/>
                <a:cs typeface="Carlito"/>
              </a:rPr>
              <a:t>memory,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CPUs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52134" y="3573017"/>
            <a:ext cx="3201914" cy="2285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88252" y="1844801"/>
            <a:ext cx="1506727" cy="1404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64</a:t>
            </a:fld>
            <a:endParaRPr spc="-16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6194299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9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41260" cy="459292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How Computer Process Data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Central Processing Unit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Control Unit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Arithmetic &amp; Logic Unit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System Clock &amp; Machine Cycle 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Memory </a:t>
            </a:r>
          </a:p>
          <a:p>
            <a:pPr marL="812800" lvl="1" indent="-343535"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Volatile &amp; Non-Volatile, Flash Memory, Registers, Cache Memory</a:t>
            </a: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US" sz="2800" dirty="0"/>
              <a:t>Bus &amp; Types, and Ports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3684450</TotalTime>
  <Words>3002</Words>
  <Application>Microsoft Office PowerPoint</Application>
  <PresentationFormat>On-screen Show (4:3)</PresentationFormat>
  <Paragraphs>474</Paragraphs>
  <Slides>65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Carlito</vt:lpstr>
      <vt:lpstr>Arial</vt:lpstr>
      <vt:lpstr>Calibri</vt:lpstr>
      <vt:lpstr>Corbel</vt:lpstr>
      <vt:lpstr>Wingdings</vt:lpstr>
      <vt:lpstr>Wingdings 2</vt:lpstr>
      <vt:lpstr>Wingdings 3</vt:lpstr>
      <vt:lpstr>Module</vt:lpstr>
      <vt:lpstr>CSC 101 – Introduction to ICT </vt:lpstr>
      <vt:lpstr>Outline</vt:lpstr>
      <vt:lpstr>Data  and  Program Representation </vt:lpstr>
      <vt:lpstr>Digital  Data  Representation</vt:lpstr>
      <vt:lpstr>Representing Numerical Data</vt:lpstr>
      <vt:lpstr>Representing Numerical Data</vt:lpstr>
      <vt:lpstr>Coding Systems for Text-Based Data</vt:lpstr>
      <vt:lpstr>Coding Systems for Text-Based Data</vt:lpstr>
      <vt:lpstr>Coding Systems for Other Types of  Data</vt:lpstr>
      <vt:lpstr>Coding Systems for Other Types of  Data</vt:lpstr>
      <vt:lpstr>Coding Systems for Other Types of  Data</vt:lpstr>
      <vt:lpstr>Representing Software Programs</vt:lpstr>
      <vt:lpstr>Inside the System Unit</vt:lpstr>
      <vt:lpstr>Inside the System Unit</vt:lpstr>
      <vt:lpstr>Inside the System Unit</vt:lpstr>
      <vt:lpstr>Inside the System Unit</vt:lpstr>
      <vt:lpstr>Inside the System Unit</vt:lpstr>
      <vt:lpstr>Inside the System Unit</vt:lpstr>
      <vt:lpstr>Inside the System Unit</vt:lpstr>
      <vt:lpstr>Inside the System Unit</vt:lpstr>
      <vt:lpstr>How It Works Box</vt:lpstr>
      <vt:lpstr>Inside the System Unit</vt:lpstr>
      <vt:lpstr>Inside the System Unit</vt:lpstr>
      <vt:lpstr>Inside the System Unit</vt:lpstr>
      <vt:lpstr>Inside the System Unit</vt:lpstr>
      <vt:lpstr>Memory</vt:lpstr>
      <vt:lpstr>Memory</vt:lpstr>
      <vt:lpstr>Memory</vt:lpstr>
      <vt:lpstr>Memory</vt:lpstr>
      <vt:lpstr>Memory</vt:lpstr>
      <vt:lpstr>Memory</vt:lpstr>
      <vt:lpstr>Cooling Components</vt:lpstr>
      <vt:lpstr>Cooling Components</vt:lpstr>
      <vt:lpstr>Cooling Components</vt:lpstr>
      <vt:lpstr>Expansion</vt:lpstr>
      <vt:lpstr>Expansion</vt:lpstr>
      <vt:lpstr>Buses</vt:lpstr>
      <vt:lpstr>Buses</vt:lpstr>
      <vt:lpstr>Ports and Connectors</vt:lpstr>
      <vt:lpstr>Ports and Connectors</vt:lpstr>
      <vt:lpstr>Ports and Connectors</vt:lpstr>
      <vt:lpstr>Ports and Connectors</vt:lpstr>
      <vt:lpstr>Trend Box</vt:lpstr>
      <vt:lpstr>How the CPU Works</vt:lpstr>
      <vt:lpstr>Inside the Industry Box</vt:lpstr>
      <vt:lpstr>How the CPU Works</vt:lpstr>
      <vt:lpstr>How the CPU Works</vt:lpstr>
      <vt:lpstr>How the CPU Works</vt:lpstr>
      <vt:lpstr>The System Clock and the Machine  Cycle</vt:lpstr>
      <vt:lpstr>The System Clock and the Machine  Cycle</vt:lpstr>
      <vt:lpstr>The System Clock and the Machine  Cycle</vt:lpstr>
      <vt:lpstr>PowerPoint Presentation</vt:lpstr>
      <vt:lpstr>PowerPoint Presentation</vt:lpstr>
      <vt:lpstr>Making Computers Faster and Better  Now and in the Future</vt:lpstr>
      <vt:lpstr>Making Computers Faster and Better  Now and in the Future</vt:lpstr>
      <vt:lpstr>Making Computers Faster and Better  Now and in the Future</vt:lpstr>
      <vt:lpstr>Making Computers Faster and Better  Now and in the Future</vt:lpstr>
      <vt:lpstr>Making Computers Faster and Better  Now and in the Future</vt:lpstr>
      <vt:lpstr>Future Trends</vt:lpstr>
      <vt:lpstr>Technology and You Box</vt:lpstr>
      <vt:lpstr>Future Trends</vt:lpstr>
      <vt:lpstr>Future Trends</vt:lpstr>
      <vt:lpstr>Future Trends</vt:lpstr>
      <vt:lpstr>Future Trends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Qasim MALIK</cp:lastModifiedBy>
  <cp:revision>154</cp:revision>
  <dcterms:created xsi:type="dcterms:W3CDTF">2015-07-29T13:27:11Z</dcterms:created>
  <dcterms:modified xsi:type="dcterms:W3CDTF">2024-03-21T08:10:05Z</dcterms:modified>
</cp:coreProperties>
</file>