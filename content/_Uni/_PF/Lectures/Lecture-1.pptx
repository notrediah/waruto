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98" r:id="rId3"/>
    <p:sldId id="299" r:id="rId4"/>
    <p:sldId id="300" r:id="rId5"/>
    <p:sldId id="257" r:id="rId6"/>
    <p:sldId id="258" r:id="rId7"/>
    <p:sldId id="262" r:id="rId8"/>
    <p:sldId id="263" r:id="rId9"/>
    <p:sldId id="264" r:id="rId10"/>
    <p:sldId id="301" r:id="rId11"/>
    <p:sldId id="291" r:id="rId12"/>
    <p:sldId id="285" r:id="rId13"/>
    <p:sldId id="311" r:id="rId14"/>
    <p:sldId id="315" r:id="rId15"/>
    <p:sldId id="286" r:id="rId16"/>
    <p:sldId id="316" r:id="rId17"/>
    <p:sldId id="318" r:id="rId18"/>
    <p:sldId id="319" r:id="rId19"/>
    <p:sldId id="321" r:id="rId20"/>
    <p:sldId id="314" r:id="rId21"/>
    <p:sldId id="322" r:id="rId22"/>
    <p:sldId id="317" r:id="rId23"/>
    <p:sldId id="323" r:id="rId24"/>
    <p:sldId id="353" r:id="rId25"/>
    <p:sldId id="354" r:id="rId26"/>
    <p:sldId id="324" r:id="rId27"/>
    <p:sldId id="35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015694-4B73-4A83-B6FE-59C85CCEFC46}">
          <p14:sldIdLst>
            <p14:sldId id="256"/>
            <p14:sldId id="298"/>
            <p14:sldId id="299"/>
            <p14:sldId id="300"/>
            <p14:sldId id="257"/>
            <p14:sldId id="258"/>
            <p14:sldId id="262"/>
            <p14:sldId id="263"/>
            <p14:sldId id="264"/>
            <p14:sldId id="301"/>
            <p14:sldId id="291"/>
            <p14:sldId id="285"/>
            <p14:sldId id="311"/>
            <p14:sldId id="315"/>
            <p14:sldId id="286"/>
            <p14:sldId id="316"/>
            <p14:sldId id="318"/>
            <p14:sldId id="319"/>
            <p14:sldId id="321"/>
            <p14:sldId id="314"/>
            <p14:sldId id="322"/>
            <p14:sldId id="317"/>
            <p14:sldId id="323"/>
            <p14:sldId id="353"/>
            <p14:sldId id="354"/>
            <p14:sldId id="324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C6767-3ED6-4557-A6C8-058F7454F415}" v="22" dt="2022-09-12T07:18:30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372" autoAdjust="0"/>
  </p:normalViewPr>
  <p:slideViewPr>
    <p:cSldViewPr>
      <p:cViewPr varScale="1">
        <p:scale>
          <a:sx n="53" d="100"/>
          <a:sy n="53" d="100"/>
        </p:scale>
        <p:origin x="1602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622C6767-3ED6-4557-A6C8-058F7454F415}"/>
    <pc:docChg chg="undo custSel addSld delSld modSld sldOrd modSection">
      <pc:chgData name="Rizwan Rashid" userId="12b6bffb-8fd7-410a-bd1e-f473b901c3a4" providerId="ADAL" clId="{622C6767-3ED6-4557-A6C8-058F7454F415}" dt="2022-09-13T06:45:08.916" v="361" actId="14100"/>
      <pc:docMkLst>
        <pc:docMk/>
      </pc:docMkLst>
      <pc:sldChg chg="modSp mod">
        <pc:chgData name="Rizwan Rashid" userId="12b6bffb-8fd7-410a-bd1e-f473b901c3a4" providerId="ADAL" clId="{622C6767-3ED6-4557-A6C8-058F7454F415}" dt="2022-09-13T06:21:34.477" v="355" actId="207"/>
        <pc:sldMkLst>
          <pc:docMk/>
          <pc:sldMk cId="1824679799" sldId="263"/>
        </pc:sldMkLst>
        <pc:spChg chg="mod">
          <ac:chgData name="Rizwan Rashid" userId="12b6bffb-8fd7-410a-bd1e-f473b901c3a4" providerId="ADAL" clId="{622C6767-3ED6-4557-A6C8-058F7454F415}" dt="2022-09-13T06:21:34.477" v="355" actId="207"/>
          <ac:spMkLst>
            <pc:docMk/>
            <pc:sldMk cId="1824679799" sldId="263"/>
            <ac:spMk id="3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52:20.820" v="269" actId="1076"/>
          <ac:spMkLst>
            <pc:docMk/>
            <pc:sldMk cId="1824679799" sldId="263"/>
            <ac:spMk id="7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52:14.461" v="267" actId="14100"/>
          <ac:spMkLst>
            <pc:docMk/>
            <pc:sldMk cId="1824679799" sldId="263"/>
            <ac:spMk id="8" creationId="{00000000-0000-0000-0000-000000000000}"/>
          </ac:spMkLst>
        </pc:spChg>
      </pc:sldChg>
      <pc:sldChg chg="addSp modSp mod">
        <pc:chgData name="Rizwan Rashid" userId="12b6bffb-8fd7-410a-bd1e-f473b901c3a4" providerId="ADAL" clId="{622C6767-3ED6-4557-A6C8-058F7454F415}" dt="2022-09-13T06:22:45.948" v="357" actId="6549"/>
        <pc:sldMkLst>
          <pc:docMk/>
          <pc:sldMk cId="942648271" sldId="264"/>
        </pc:sldMkLst>
        <pc:spChg chg="mod">
          <ac:chgData name="Rizwan Rashid" userId="12b6bffb-8fd7-410a-bd1e-f473b901c3a4" providerId="ADAL" clId="{622C6767-3ED6-4557-A6C8-058F7454F415}" dt="2022-09-13T06:22:45.948" v="357" actId="6549"/>
          <ac:spMkLst>
            <pc:docMk/>
            <pc:sldMk cId="942648271" sldId="264"/>
            <ac:spMk id="3" creationId="{00000000-0000-0000-0000-000000000000}"/>
          </ac:spMkLst>
        </pc:spChg>
        <pc:graphicFrameChg chg="add mod modGraphic">
          <ac:chgData name="Rizwan Rashid" userId="12b6bffb-8fd7-410a-bd1e-f473b901c3a4" providerId="ADAL" clId="{622C6767-3ED6-4557-A6C8-058F7454F415}" dt="2022-09-12T06:50:57.105" v="261" actId="20577"/>
          <ac:graphicFrameMkLst>
            <pc:docMk/>
            <pc:sldMk cId="942648271" sldId="264"/>
            <ac:graphicFrameMk id="4" creationId="{79AB5C74-A9C6-8C64-0FBD-ADBEF7A2974E}"/>
          </ac:graphicFrameMkLst>
        </pc:graphicFrameChg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754505574" sldId="265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545527896" sldId="26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872047244" sldId="26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858619333" sldId="26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575065900" sldId="270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877310788" sldId="271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722143253" sldId="272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430356968" sldId="273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1525982192" sldId="274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27601401" sldId="275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56212642" sldId="277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512382660" sldId="27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253143896" sldId="27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987899476" sldId="280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947968347" sldId="281"/>
        </pc:sldMkLst>
      </pc:sldChg>
      <pc:sldChg chg="addSp delSp modSp add mod">
        <pc:chgData name="Rizwan Rashid" userId="12b6bffb-8fd7-410a-bd1e-f473b901c3a4" providerId="ADAL" clId="{622C6767-3ED6-4557-A6C8-058F7454F415}" dt="2022-09-12T07:19:03.715" v="329" actId="478"/>
        <pc:sldMkLst>
          <pc:docMk/>
          <pc:sldMk cId="66495438" sldId="285"/>
        </pc:sldMkLst>
        <pc:spChg chg="mod">
          <ac:chgData name="Rizwan Rashid" userId="12b6bffb-8fd7-410a-bd1e-f473b901c3a4" providerId="ADAL" clId="{622C6767-3ED6-4557-A6C8-058F7454F415}" dt="2022-09-12T07:18:52.319" v="325" actId="27636"/>
          <ac:spMkLst>
            <pc:docMk/>
            <pc:sldMk cId="66495438" sldId="285"/>
            <ac:spMk id="2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8:55.508" v="326" actId="478"/>
          <ac:spMkLst>
            <pc:docMk/>
            <pc:sldMk cId="66495438" sldId="285"/>
            <ac:spMk id="3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9:01.098" v="328" actId="478"/>
          <ac:spMkLst>
            <pc:docMk/>
            <pc:sldMk cId="66495438" sldId="285"/>
            <ac:spMk id="6" creationId="{00000000-0000-0000-0000-000000000000}"/>
          </ac:spMkLst>
        </pc:spChg>
        <pc:spChg chg="del">
          <ac:chgData name="Rizwan Rashid" userId="12b6bffb-8fd7-410a-bd1e-f473b901c3a4" providerId="ADAL" clId="{622C6767-3ED6-4557-A6C8-058F7454F415}" dt="2022-09-12T07:19:03.715" v="329" actId="478"/>
          <ac:spMkLst>
            <pc:docMk/>
            <pc:sldMk cId="66495438" sldId="285"/>
            <ac:spMk id="7" creationId="{00000000-0000-0000-0000-000000000000}"/>
          </ac:spMkLst>
        </pc:spChg>
        <pc:spChg chg="add del mod">
          <ac:chgData name="Rizwan Rashid" userId="12b6bffb-8fd7-410a-bd1e-f473b901c3a4" providerId="ADAL" clId="{622C6767-3ED6-4557-A6C8-058F7454F415}" dt="2022-09-12T07:18:57.970" v="327" actId="478"/>
          <ac:spMkLst>
            <pc:docMk/>
            <pc:sldMk cId="66495438" sldId="285"/>
            <ac:spMk id="8" creationId="{DD4554F5-8D7A-28EC-7404-44B04CA0352E}"/>
          </ac:spMkLst>
        </pc:spChg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052178619" sldId="28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75251831" sldId="28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024003367" sldId="286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847018060" sldId="287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26218808" sldId="288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2708641951" sldId="289"/>
        </pc:sldMkLst>
      </pc:sldChg>
      <pc:sldChg chg="del">
        <pc:chgData name="Rizwan Rashid" userId="12b6bffb-8fd7-410a-bd1e-f473b901c3a4" providerId="ADAL" clId="{622C6767-3ED6-4557-A6C8-058F7454F415}" dt="2022-09-12T06:27:53.827" v="2" actId="47"/>
        <pc:sldMkLst>
          <pc:docMk/>
          <pc:sldMk cId="3845612176" sldId="290"/>
        </pc:sldMkLst>
      </pc:sldChg>
      <pc:sldChg chg="modSp mod">
        <pc:chgData name="Rizwan Rashid" userId="12b6bffb-8fd7-410a-bd1e-f473b901c3a4" providerId="ADAL" clId="{622C6767-3ED6-4557-A6C8-058F7454F415}" dt="2022-09-12T07:03:12.042" v="316" actId="20577"/>
        <pc:sldMkLst>
          <pc:docMk/>
          <pc:sldMk cId="831587583" sldId="291"/>
        </pc:sldMkLst>
        <pc:spChg chg="mod">
          <ac:chgData name="Rizwan Rashid" userId="12b6bffb-8fd7-410a-bd1e-f473b901c3a4" providerId="ADAL" clId="{622C6767-3ED6-4557-A6C8-058F7454F415}" dt="2022-09-12T06:39:22.389" v="5" actId="20577"/>
          <ac:spMkLst>
            <pc:docMk/>
            <pc:sldMk cId="831587583" sldId="291"/>
            <ac:spMk id="15363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7:03:12.042" v="316" actId="20577"/>
          <ac:spMkLst>
            <pc:docMk/>
            <pc:sldMk cId="831587583" sldId="291"/>
            <ac:spMk id="15364" creationId="{00000000-0000-0000-0000-000000000000}"/>
          </ac:spMkLst>
        </pc:spChg>
      </pc:sldChg>
      <pc:sldChg chg="addSp delSp modSp mod modClrScheme chgLayout">
        <pc:chgData name="Rizwan Rashid" userId="12b6bffb-8fd7-410a-bd1e-f473b901c3a4" providerId="ADAL" clId="{622C6767-3ED6-4557-A6C8-058F7454F415}" dt="2022-09-12T06:45:10.899" v="106"/>
        <pc:sldMkLst>
          <pc:docMk/>
          <pc:sldMk cId="1203884443" sldId="292"/>
        </pc:sldMkLst>
        <pc:spChg chg="add del mod">
          <ac:chgData name="Rizwan Rashid" userId="12b6bffb-8fd7-410a-bd1e-f473b901c3a4" providerId="ADAL" clId="{622C6767-3ED6-4557-A6C8-058F7454F415}" dt="2022-09-12T06:44:44.799" v="82" actId="478"/>
          <ac:spMkLst>
            <pc:docMk/>
            <pc:sldMk cId="1203884443" sldId="292"/>
            <ac:spMk id="3" creationId="{8B6CBC02-469B-2F13-C3D6-96C4EDBAFC70}"/>
          </ac:spMkLst>
        </pc:spChg>
        <pc:spChg chg="add mod ord">
          <ac:chgData name="Rizwan Rashid" userId="12b6bffb-8fd7-410a-bd1e-f473b901c3a4" providerId="ADAL" clId="{622C6767-3ED6-4557-A6C8-058F7454F415}" dt="2022-09-12T06:45:09.638" v="102" actId="113"/>
          <ac:spMkLst>
            <pc:docMk/>
            <pc:sldMk cId="1203884443" sldId="292"/>
            <ac:spMk id="4" creationId="{5EEECB28-6374-580A-EFAA-202E3A9C40F2}"/>
          </ac:spMkLst>
        </pc:spChg>
        <pc:spChg chg="mod ord">
          <ac:chgData name="Rizwan Rashid" userId="12b6bffb-8fd7-410a-bd1e-f473b901c3a4" providerId="ADAL" clId="{622C6767-3ED6-4557-A6C8-058F7454F415}" dt="2022-09-12T06:44:38.412" v="81" actId="700"/>
          <ac:spMkLst>
            <pc:docMk/>
            <pc:sldMk cId="1203884443" sldId="292"/>
            <ac:spMk id="16386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5:10.871" v="104"/>
          <ac:spMkLst>
            <pc:docMk/>
            <pc:sldMk cId="1203884443" sldId="292"/>
            <ac:spMk id="16387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5:10.899" v="106"/>
          <ac:spMkLst>
            <pc:docMk/>
            <pc:sldMk cId="1203884443" sldId="292"/>
            <ac:spMk id="16389" creationId="{00000000-0000-0000-0000-000000000000}"/>
          </ac:spMkLst>
        </pc:spChg>
      </pc:sldChg>
      <pc:sldChg chg="addSp delSp modSp mod modClrScheme chgLayout">
        <pc:chgData name="Rizwan Rashid" userId="12b6bffb-8fd7-410a-bd1e-f473b901c3a4" providerId="ADAL" clId="{622C6767-3ED6-4557-A6C8-058F7454F415}" dt="2022-09-12T06:46:25.839" v="147"/>
        <pc:sldMkLst>
          <pc:docMk/>
          <pc:sldMk cId="212900289" sldId="293"/>
        </pc:sldMkLst>
        <pc:spChg chg="add del mod">
          <ac:chgData name="Rizwan Rashid" userId="12b6bffb-8fd7-410a-bd1e-f473b901c3a4" providerId="ADAL" clId="{622C6767-3ED6-4557-A6C8-058F7454F415}" dt="2022-09-12T06:45:22.880" v="116" actId="478"/>
          <ac:spMkLst>
            <pc:docMk/>
            <pc:sldMk cId="212900289" sldId="293"/>
            <ac:spMk id="3" creationId="{CDBB8A3C-CD95-0E8F-B0B0-12514A8DE596}"/>
          </ac:spMkLst>
        </pc:spChg>
        <pc:spChg chg="add del mod">
          <ac:chgData name="Rizwan Rashid" userId="12b6bffb-8fd7-410a-bd1e-f473b901c3a4" providerId="ADAL" clId="{622C6767-3ED6-4557-A6C8-058F7454F415}" dt="2022-09-12T06:45:12.384" v="107"/>
          <ac:spMkLst>
            <pc:docMk/>
            <pc:sldMk cId="212900289" sldId="293"/>
            <ac:spMk id="4" creationId="{1899583D-8106-6E3C-5A02-F1D83A770BA1}"/>
          </ac:spMkLst>
        </pc:spChg>
        <pc:spChg chg="add mod ord">
          <ac:chgData name="Rizwan Rashid" userId="12b6bffb-8fd7-410a-bd1e-f473b901c3a4" providerId="ADAL" clId="{622C6767-3ED6-4557-A6C8-058F7454F415}" dt="2022-09-12T06:46:22.479" v="143" actId="20577"/>
          <ac:spMkLst>
            <pc:docMk/>
            <pc:sldMk cId="212900289" sldId="293"/>
            <ac:spMk id="5" creationId="{6136E68E-D857-F419-ADC9-43292954A920}"/>
          </ac:spMkLst>
        </pc:spChg>
        <pc:spChg chg="mod ord">
          <ac:chgData name="Rizwan Rashid" userId="12b6bffb-8fd7-410a-bd1e-f473b901c3a4" providerId="ADAL" clId="{622C6767-3ED6-4557-A6C8-058F7454F415}" dt="2022-09-12T06:45:14.548" v="108" actId="700"/>
          <ac:spMkLst>
            <pc:docMk/>
            <pc:sldMk cId="212900289" sldId="293"/>
            <ac:spMk id="17410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6:25.837" v="145"/>
          <ac:spMkLst>
            <pc:docMk/>
            <pc:sldMk cId="212900289" sldId="293"/>
            <ac:spMk id="17411" creationId="{00000000-0000-0000-0000-000000000000}"/>
          </ac:spMkLst>
        </pc:spChg>
        <pc:spChg chg="mod">
          <ac:chgData name="Rizwan Rashid" userId="12b6bffb-8fd7-410a-bd1e-f473b901c3a4" providerId="ADAL" clId="{622C6767-3ED6-4557-A6C8-058F7454F415}" dt="2022-09-12T06:46:17.230" v="138" actId="1076"/>
          <ac:spMkLst>
            <pc:docMk/>
            <pc:sldMk cId="212900289" sldId="293"/>
            <ac:spMk id="17412" creationId="{00000000-0000-0000-0000-000000000000}"/>
          </ac:spMkLst>
        </pc:spChg>
        <pc:spChg chg="del mod">
          <ac:chgData name="Rizwan Rashid" userId="12b6bffb-8fd7-410a-bd1e-f473b901c3a4" providerId="ADAL" clId="{622C6767-3ED6-4557-A6C8-058F7454F415}" dt="2022-09-12T06:46:25.839" v="147"/>
          <ac:spMkLst>
            <pc:docMk/>
            <pc:sldMk cId="212900289" sldId="293"/>
            <ac:spMk id="17413" creationId="{00000000-0000-0000-0000-000000000000}"/>
          </ac:spMkLst>
        </pc:spChg>
      </pc:sldChg>
      <pc:sldChg chg="del">
        <pc:chgData name="Rizwan Rashid" userId="12b6bffb-8fd7-410a-bd1e-f473b901c3a4" providerId="ADAL" clId="{622C6767-3ED6-4557-A6C8-058F7454F415}" dt="2022-09-12T06:40:01.032" v="35" actId="47"/>
        <pc:sldMkLst>
          <pc:docMk/>
          <pc:sldMk cId="3471194043" sldId="294"/>
        </pc:sldMkLst>
      </pc:sldChg>
      <pc:sldChg chg="del">
        <pc:chgData name="Rizwan Rashid" userId="12b6bffb-8fd7-410a-bd1e-f473b901c3a4" providerId="ADAL" clId="{622C6767-3ED6-4557-A6C8-058F7454F415}" dt="2022-09-12T06:39:05.753" v="3" actId="47"/>
        <pc:sldMkLst>
          <pc:docMk/>
          <pc:sldMk cId="2601898605" sldId="297"/>
        </pc:sldMkLst>
      </pc:sldChg>
      <pc:sldChg chg="modSp mod">
        <pc:chgData name="Rizwan Rashid" userId="12b6bffb-8fd7-410a-bd1e-f473b901c3a4" providerId="ADAL" clId="{622C6767-3ED6-4557-A6C8-058F7454F415}" dt="2022-09-12T07:03:46.812" v="317" actId="123"/>
        <pc:sldMkLst>
          <pc:docMk/>
          <pc:sldMk cId="2562942074" sldId="298"/>
        </pc:sldMkLst>
        <pc:spChg chg="mod">
          <ac:chgData name="Rizwan Rashid" userId="12b6bffb-8fd7-410a-bd1e-f473b901c3a4" providerId="ADAL" clId="{622C6767-3ED6-4557-A6C8-058F7454F415}" dt="2022-09-12T07:03:46.812" v="317" actId="123"/>
          <ac:spMkLst>
            <pc:docMk/>
            <pc:sldMk cId="2562942074" sldId="298"/>
            <ac:spMk id="3" creationId="{00000000-0000-0000-0000-000000000000}"/>
          </ac:spMkLst>
        </pc:spChg>
      </pc:sldChg>
      <pc:sldChg chg="modSp ord">
        <pc:chgData name="Rizwan Rashid" userId="12b6bffb-8fd7-410a-bd1e-f473b901c3a4" providerId="ADAL" clId="{622C6767-3ED6-4557-A6C8-058F7454F415}" dt="2022-09-12T07:16:56.990" v="320"/>
        <pc:sldMkLst>
          <pc:docMk/>
          <pc:sldMk cId="4197278431" sldId="300"/>
        </pc:sldMkLst>
        <pc:picChg chg="mod">
          <ac:chgData name="Rizwan Rashid" userId="12b6bffb-8fd7-410a-bd1e-f473b901c3a4" providerId="ADAL" clId="{622C6767-3ED6-4557-A6C8-058F7454F415}" dt="2022-09-12T06:24:45.163" v="1" actId="14100"/>
          <ac:picMkLst>
            <pc:docMk/>
            <pc:sldMk cId="4197278431" sldId="300"/>
            <ac:picMk id="4098" creationId="{00000000-0000-0000-0000-000000000000}"/>
          </ac:picMkLst>
        </pc:picChg>
      </pc:sldChg>
      <pc:sldChg chg="addSp delSp modSp new mod">
        <pc:chgData name="Rizwan Rashid" userId="12b6bffb-8fd7-410a-bd1e-f473b901c3a4" providerId="ADAL" clId="{622C6767-3ED6-4557-A6C8-058F7454F415}" dt="2022-09-12T07:02:16.922" v="310" actId="1076"/>
        <pc:sldMkLst>
          <pc:docMk/>
          <pc:sldMk cId="3965992842" sldId="301"/>
        </pc:sldMkLst>
        <pc:spChg chg="mod">
          <ac:chgData name="Rizwan Rashid" userId="12b6bffb-8fd7-410a-bd1e-f473b901c3a4" providerId="ADAL" clId="{622C6767-3ED6-4557-A6C8-058F7454F415}" dt="2022-09-12T07:01:44.164" v="280"/>
          <ac:spMkLst>
            <pc:docMk/>
            <pc:sldMk cId="3965992842" sldId="301"/>
            <ac:spMk id="2" creationId="{5E5D82C6-2541-867D-1EB8-7F004A4880F7}"/>
          </ac:spMkLst>
        </pc:spChg>
        <pc:spChg chg="del">
          <ac:chgData name="Rizwan Rashid" userId="12b6bffb-8fd7-410a-bd1e-f473b901c3a4" providerId="ADAL" clId="{622C6767-3ED6-4557-A6C8-058F7454F415}" dt="2022-09-12T07:00:45.551" v="272" actId="478"/>
          <ac:spMkLst>
            <pc:docMk/>
            <pc:sldMk cId="3965992842" sldId="301"/>
            <ac:spMk id="3" creationId="{C43361B0-31A4-772C-55C8-BC4BCD70E216}"/>
          </ac:spMkLst>
        </pc:spChg>
        <pc:spChg chg="add mod">
          <ac:chgData name="Rizwan Rashid" userId="12b6bffb-8fd7-410a-bd1e-f473b901c3a4" providerId="ADAL" clId="{622C6767-3ED6-4557-A6C8-058F7454F415}" dt="2022-09-12T07:01:38.363" v="279" actId="1076"/>
          <ac:spMkLst>
            <pc:docMk/>
            <pc:sldMk cId="3965992842" sldId="301"/>
            <ac:spMk id="5" creationId="{6897BB00-401C-ED4B-357E-9F6665F2221D}"/>
          </ac:spMkLst>
        </pc:spChg>
        <pc:spChg chg="add mod">
          <ac:chgData name="Rizwan Rashid" userId="12b6bffb-8fd7-410a-bd1e-f473b901c3a4" providerId="ADAL" clId="{622C6767-3ED6-4557-A6C8-058F7454F415}" dt="2022-09-12T07:02:16.922" v="310" actId="1076"/>
          <ac:spMkLst>
            <pc:docMk/>
            <pc:sldMk cId="3965992842" sldId="301"/>
            <ac:spMk id="6" creationId="{8C486D04-0584-027B-C917-AB75024F378C}"/>
          </ac:spMkLst>
        </pc:spChg>
      </pc:sldChg>
      <pc:sldChg chg="modSp add mod">
        <pc:chgData name="Rizwan Rashid" userId="12b6bffb-8fd7-410a-bd1e-f473b901c3a4" providerId="ADAL" clId="{622C6767-3ED6-4557-A6C8-058F7454F415}" dt="2022-09-12T07:19:13.008" v="330" actId="6549"/>
        <pc:sldMkLst>
          <pc:docMk/>
          <pc:sldMk cId="4080774554" sldId="311"/>
        </pc:sldMkLst>
        <pc:spChg chg="mod">
          <ac:chgData name="Rizwan Rashid" userId="12b6bffb-8fd7-410a-bd1e-f473b901c3a4" providerId="ADAL" clId="{622C6767-3ED6-4557-A6C8-058F7454F415}" dt="2022-09-12T07:19:13.008" v="330" actId="6549"/>
          <ac:spMkLst>
            <pc:docMk/>
            <pc:sldMk cId="4080774554" sldId="311"/>
            <ac:spMk id="2" creationId="{00000000-0000-0000-0000-000000000000}"/>
          </ac:spMkLst>
        </pc:sp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023225113" sldId="31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84335986" sldId="31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976968180" sldId="31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51913622" sldId="31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578388320" sldId="31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15936738" sldId="31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26216255" sldId="32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965285888" sldId="322"/>
        </pc:sldMkLst>
      </pc:sldChg>
      <pc:sldChg chg="addSp modSp add mod">
        <pc:chgData name="Rizwan Rashid" userId="12b6bffb-8fd7-410a-bd1e-f473b901c3a4" providerId="ADAL" clId="{622C6767-3ED6-4557-A6C8-058F7454F415}" dt="2022-09-12T08:17:36.335" v="334" actId="1076"/>
        <pc:sldMkLst>
          <pc:docMk/>
          <pc:sldMk cId="870004630" sldId="323"/>
        </pc:sldMkLst>
        <pc:spChg chg="add mod">
          <ac:chgData name="Rizwan Rashid" userId="12b6bffb-8fd7-410a-bd1e-f473b901c3a4" providerId="ADAL" clId="{622C6767-3ED6-4557-A6C8-058F7454F415}" dt="2022-09-12T08:17:36.335" v="334" actId="1076"/>
          <ac:spMkLst>
            <pc:docMk/>
            <pc:sldMk cId="870004630" sldId="323"/>
            <ac:spMk id="4" creationId="{D139C059-3A30-57E2-691F-F116878CDFF2}"/>
          </ac:spMkLst>
        </pc:spChg>
        <pc:grpChg chg="mod">
          <ac:chgData name="Rizwan Rashid" userId="12b6bffb-8fd7-410a-bd1e-f473b901c3a4" providerId="ADAL" clId="{622C6767-3ED6-4557-A6C8-058F7454F415}" dt="2022-09-12T08:17:30.703" v="333" actId="14100"/>
          <ac:grpSpMkLst>
            <pc:docMk/>
            <pc:sldMk cId="870004630" sldId="323"/>
            <ac:grpSpMk id="18" creationId="{00000000-0000-0000-0000-000000000000}"/>
          </ac:grpSpMkLst>
        </pc:grp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466612107" sldId="32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61927672" sldId="32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519596023" sldId="32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80353684" sldId="32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818357029" sldId="32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89279890" sldId="32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39834680" sldId="330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698131474" sldId="33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018004235" sldId="33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992316408" sldId="33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91500806" sldId="33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18868414" sldId="33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66803917" sldId="336"/>
        </pc:sldMkLst>
      </pc:sldChg>
      <pc:sldChg chg="modSp add mod">
        <pc:chgData name="Rizwan Rashid" userId="12b6bffb-8fd7-410a-bd1e-f473b901c3a4" providerId="ADAL" clId="{622C6767-3ED6-4557-A6C8-058F7454F415}" dt="2022-09-13T06:39:03.977" v="359" actId="1076"/>
        <pc:sldMkLst>
          <pc:docMk/>
          <pc:sldMk cId="1869275645" sldId="337"/>
        </pc:sldMkLst>
        <pc:picChg chg="mod">
          <ac:chgData name="Rizwan Rashid" userId="12b6bffb-8fd7-410a-bd1e-f473b901c3a4" providerId="ADAL" clId="{622C6767-3ED6-4557-A6C8-058F7454F415}" dt="2022-09-13T06:39:03.977" v="359" actId="1076"/>
          <ac:picMkLst>
            <pc:docMk/>
            <pc:sldMk cId="1869275645" sldId="337"/>
            <ac:picMk id="3" creationId="{00000000-0000-0000-0000-000000000000}"/>
          </ac:picMkLst>
        </pc:pic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87364403" sldId="338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738021530" sldId="339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136449634" sldId="340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761034346" sldId="341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290824082" sldId="34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182641647" sldId="34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2169047430" sldId="34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4264702593" sldId="345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455744426" sldId="346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1012718806" sldId="347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534742276" sldId="348"/>
        </pc:sldMkLst>
      </pc:sldChg>
      <pc:sldChg chg="modSp add mod">
        <pc:chgData name="Rizwan Rashid" userId="12b6bffb-8fd7-410a-bd1e-f473b901c3a4" providerId="ADAL" clId="{622C6767-3ED6-4557-A6C8-058F7454F415}" dt="2022-09-13T06:45:08.916" v="361" actId="14100"/>
        <pc:sldMkLst>
          <pc:docMk/>
          <pc:sldMk cId="1702532302" sldId="350"/>
        </pc:sldMkLst>
        <pc:picChg chg="mod">
          <ac:chgData name="Rizwan Rashid" userId="12b6bffb-8fd7-410a-bd1e-f473b901c3a4" providerId="ADAL" clId="{622C6767-3ED6-4557-A6C8-058F7454F415}" dt="2022-09-13T06:45:08.916" v="361" actId="14100"/>
          <ac:picMkLst>
            <pc:docMk/>
            <pc:sldMk cId="1702532302" sldId="350"/>
            <ac:picMk id="3" creationId="{00000000-0000-0000-0000-000000000000}"/>
          </ac:picMkLst>
        </pc:picChg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363669761" sldId="351"/>
        </pc:sldMkLst>
      </pc:sldChg>
      <pc:sldChg chg="add del">
        <pc:chgData name="Rizwan Rashid" userId="12b6bffb-8fd7-410a-bd1e-f473b901c3a4" providerId="ADAL" clId="{622C6767-3ED6-4557-A6C8-058F7454F415}" dt="2022-09-12T08:19:39.704" v="335" actId="47"/>
        <pc:sldMkLst>
          <pc:docMk/>
          <pc:sldMk cId="3350808809" sldId="352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3490356399" sldId="353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941188047" sldId="354"/>
        </pc:sldMkLst>
      </pc:sldChg>
      <pc:sldChg chg="add">
        <pc:chgData name="Rizwan Rashid" userId="12b6bffb-8fd7-410a-bd1e-f473b901c3a4" providerId="ADAL" clId="{622C6767-3ED6-4557-A6C8-058F7454F415}" dt="2022-09-12T07:18:30.813" v="321"/>
        <pc:sldMkLst>
          <pc:docMk/>
          <pc:sldMk cId="859204886" sldId="355"/>
        </pc:sldMkLst>
      </pc:sldChg>
      <pc:sldMasterChg chg="delSldLayout">
        <pc:chgData name="Rizwan Rashid" userId="12b6bffb-8fd7-410a-bd1e-f473b901c3a4" providerId="ADAL" clId="{622C6767-3ED6-4557-A6C8-058F7454F415}" dt="2022-09-12T06:27:53.827" v="2" actId="47"/>
        <pc:sldMasterMkLst>
          <pc:docMk/>
          <pc:sldMasterMk cId="0" sldId="2147483648"/>
        </pc:sldMasterMkLst>
        <pc:sldLayoutChg chg="del">
          <pc:chgData name="Rizwan Rashid" userId="12b6bffb-8fd7-410a-bd1e-f473b901c3a4" providerId="ADAL" clId="{622C6767-3ED6-4557-A6C8-058F7454F415}" dt="2022-09-12T06:27:53.827" v="2" actId="47"/>
          <pc:sldLayoutMkLst>
            <pc:docMk/>
            <pc:sldMasterMk cId="0" sldId="2147483648"/>
            <pc:sldLayoutMk cId="196630239" sldId="2147483660"/>
          </pc:sldLayoutMkLst>
        </pc:sldLayoutChg>
        <pc:sldLayoutChg chg="del">
          <pc:chgData name="Rizwan Rashid" userId="12b6bffb-8fd7-410a-bd1e-f473b901c3a4" providerId="ADAL" clId="{622C6767-3ED6-4557-A6C8-058F7454F415}" dt="2022-09-12T06:27:53.827" v="2" actId="47"/>
          <pc:sldLayoutMkLst>
            <pc:docMk/>
            <pc:sldMasterMk cId="0" sldId="2147483648"/>
            <pc:sldLayoutMk cId="1131258976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96C72-6A44-4BFD-BDAE-56901D933A30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AFD20-DF8A-4874-859A-50DB5FCCB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HOW means describing the Inputs and describing how the Outputs are produced.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AFD20-DF8A-4874-859A-50DB5FCCB6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69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FF388-6A7C-4E2D-B13D-777D9B15673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80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BCC05-6431-4DE6-A8DC-A8F2CBF452A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2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Programming Languages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09600"/>
          </a:xfrm>
        </p:spPr>
        <p:txBody>
          <a:bodyPr>
            <a:normAutofit/>
          </a:bodyPr>
          <a:lstStyle/>
          <a:p>
            <a:r>
              <a:rPr lang="en-US" dirty="0"/>
              <a:t>Lecture – 1</a:t>
            </a:r>
          </a:p>
        </p:txBody>
      </p:sp>
    </p:spTree>
    <p:extLst>
      <p:ext uri="{BB962C8B-B14F-4D97-AF65-F5344CB8AC3E}">
        <p14:creationId xmlns:p14="http://schemas.microsoft.com/office/powerpoint/2010/main" val="148066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systems consist of </a:t>
            </a:r>
            <a:r>
              <a:rPr lang="en-US" u="sng" dirty="0"/>
              <a:t>hardware</a:t>
            </a:r>
            <a:r>
              <a:rPr lang="en-US" dirty="0"/>
              <a:t> and </a:t>
            </a:r>
            <a:r>
              <a:rPr lang="en-US" u="sng" dirty="0"/>
              <a:t>software</a:t>
            </a:r>
          </a:p>
          <a:p>
            <a:r>
              <a:rPr lang="en-US" dirty="0"/>
              <a:t>A set of instructions for the computer to carry out is called a </a:t>
            </a:r>
            <a:r>
              <a:rPr lang="en-US" u="sng" dirty="0"/>
              <a:t>program</a:t>
            </a:r>
          </a:p>
          <a:p>
            <a:pPr algn="just"/>
            <a:r>
              <a:rPr lang="en-US" dirty="0"/>
              <a:t>All the different kinds of programs used to give instructions to the computer are </a:t>
            </a:r>
            <a:r>
              <a:rPr lang="en-US" u="sng" dirty="0"/>
              <a:t>collectively</a:t>
            </a:r>
            <a:r>
              <a:rPr lang="en-US" dirty="0"/>
              <a:t> referred to as </a:t>
            </a:r>
            <a:r>
              <a:rPr lang="en-US" u="sng" dirty="0"/>
              <a:t>software</a:t>
            </a:r>
          </a:p>
        </p:txBody>
      </p:sp>
    </p:spTree>
    <p:extLst>
      <p:ext uri="{BB962C8B-B14F-4D97-AF65-F5344CB8AC3E}">
        <p14:creationId xmlns:p14="http://schemas.microsoft.com/office/powerpoint/2010/main" val="256294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r>
              <a:rPr lang="en-US" dirty="0"/>
              <a:t>The CPU, or central processing unit, or processor, performs the instructions in a program</a:t>
            </a:r>
          </a:p>
          <a:p>
            <a:r>
              <a:rPr lang="en-US" dirty="0"/>
              <a:t>Computer’s  memory holds  data for the computer to process	</a:t>
            </a:r>
          </a:p>
          <a:p>
            <a:pPr lvl="1"/>
            <a:r>
              <a:rPr lang="en-US" dirty="0"/>
              <a:t>It holds the result of the computer’s intermediate calculations</a:t>
            </a:r>
          </a:p>
          <a:p>
            <a:pPr lvl="1"/>
            <a:r>
              <a:rPr lang="en-US" dirty="0"/>
              <a:t>A byte is the quantity of memory</a:t>
            </a:r>
          </a:p>
          <a:p>
            <a:pPr lvl="2"/>
            <a:r>
              <a:rPr lang="en-US" dirty="0"/>
              <a:t>1 gigabyte of RAM is approximately 1 billion bytes of memory</a:t>
            </a:r>
          </a:p>
        </p:txBody>
      </p:sp>
    </p:spTree>
    <p:extLst>
      <p:ext uri="{BB962C8B-B14F-4D97-AF65-F5344CB8AC3E}">
        <p14:creationId xmlns:p14="http://schemas.microsoft.com/office/powerpoint/2010/main" val="2238780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4876800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410200" y="1447800"/>
            <a:ext cx="350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Main memory consists of a long list of numbered bytes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0201" y="2209800"/>
            <a:ext cx="35052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number of a byte is called its 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200" y="2971800"/>
            <a:ext cx="350520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byte is the smallest addressable </a:t>
            </a:r>
          </a:p>
          <a:p>
            <a:r>
              <a:rPr lang="en-US" dirty="0"/>
              <a:t>unit of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3583" y="4648200"/>
            <a:ext cx="3838433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Data (numbers, letters and string of characters) is encoded as a series of 0s and 1s and placed in the computer’s memory</a:t>
            </a:r>
          </a:p>
        </p:txBody>
      </p:sp>
    </p:spTree>
    <p:extLst>
      <p:ext uri="{BB962C8B-B14F-4D97-AF65-F5344CB8AC3E}">
        <p14:creationId xmlns:p14="http://schemas.microsoft.com/office/powerpoint/2010/main" val="4197278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Computer programs(software) are instructions that tell a computer what to do</a:t>
            </a:r>
          </a:p>
          <a:p>
            <a:r>
              <a:rPr lang="en-US" dirty="0"/>
              <a:t>Many programming languages</a:t>
            </a:r>
          </a:p>
          <a:p>
            <a:pPr lvl="1"/>
            <a:r>
              <a:rPr lang="en-US" dirty="0"/>
              <a:t>All programs are converted into instructions that computer can execute</a:t>
            </a:r>
          </a:p>
          <a:p>
            <a:r>
              <a:rPr lang="en-US" dirty="0"/>
              <a:t>Types of Languages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Machine Language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Assembly Language 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High-Level Language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029200" y="3733800"/>
            <a:ext cx="3733800" cy="2171124"/>
            <a:chOff x="5029200" y="3733800"/>
            <a:chExt cx="3733800" cy="2171124"/>
          </a:xfrm>
        </p:grpSpPr>
        <p:sp>
          <p:nvSpPr>
            <p:cNvPr id="4" name="TextBox 3"/>
            <p:cNvSpPr txBox="1"/>
            <p:nvPr/>
          </p:nvSpPr>
          <p:spPr>
            <a:xfrm>
              <a:off x="5029200" y="4089042"/>
              <a:ext cx="37338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/>
                <a:t>To add Two Numbers:</a:t>
              </a:r>
            </a:p>
            <a:p>
              <a:r>
                <a:rPr lang="en-US" sz="2800" dirty="0">
                  <a:solidFill>
                    <a:srgbClr val="002060"/>
                  </a:solidFill>
                </a:rPr>
                <a:t>1101101010011010</a:t>
              </a:r>
            </a:p>
            <a:p>
              <a:pPr marL="0" lvl="1"/>
              <a:r>
                <a:rPr lang="en-US" sz="2800" dirty="0">
                  <a:solidFill>
                    <a:srgbClr val="FF0000"/>
                  </a:solidFill>
                </a:rPr>
                <a:t>add 2, 3, result</a:t>
              </a:r>
            </a:p>
            <a:p>
              <a:pPr marL="0" lvl="1"/>
              <a:r>
                <a:rPr lang="en-US" sz="2800" dirty="0">
                  <a:solidFill>
                    <a:srgbClr val="7030A0"/>
                  </a:solidFill>
                </a:rPr>
                <a:t>result = 2 + 3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029200" y="3733800"/>
              <a:ext cx="33528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u="sng" dirty="0"/>
                <a:t>Example</a:t>
              </a:r>
              <a:endParaRPr lang="en-US" sz="2800" u="sng" dirty="0"/>
            </a:p>
          </p:txBody>
        </p:sp>
      </p:grpSp>
    </p:spTree>
    <p:extLst>
      <p:ext uri="{BB962C8B-B14F-4D97-AF65-F5344CB8AC3E}">
        <p14:creationId xmlns:p14="http://schemas.microsoft.com/office/powerpoint/2010/main" val="102037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762000"/>
            <a:ext cx="8957256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2774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5410200"/>
          </a:xfrm>
        </p:spPr>
        <p:txBody>
          <a:bodyPr>
            <a:normAutofit/>
          </a:bodyPr>
          <a:lstStyle/>
          <a:p>
            <a:r>
              <a:rPr lang="en-US" dirty="0"/>
              <a:t>A programming paradigm is a fundamental style of computer programming</a:t>
            </a:r>
          </a:p>
          <a:p>
            <a:r>
              <a:rPr lang="en-US" b="1" dirty="0"/>
              <a:t>Imperative</a:t>
            </a:r>
            <a:r>
              <a:rPr lang="en-US" dirty="0"/>
              <a:t> in which the programmer instructs the machine </a:t>
            </a:r>
            <a:r>
              <a:rPr lang="en-US" i="1" dirty="0">
                <a:solidFill>
                  <a:srgbClr val="FF0000"/>
                </a:solidFill>
              </a:rPr>
              <a:t>how to change its state</a:t>
            </a:r>
            <a:r>
              <a:rPr lang="en-US" i="1" dirty="0"/>
              <a:t>.</a:t>
            </a:r>
          </a:p>
          <a:p>
            <a:pPr marL="0" indent="0" algn="ctr">
              <a:buNone/>
            </a:pPr>
            <a:r>
              <a:rPr lang="en-US" sz="2800" b="1" dirty="0"/>
              <a:t>Examples: </a:t>
            </a:r>
            <a:r>
              <a:rPr lang="fr-FR" sz="2800" dirty="0"/>
              <a:t>C, C++, Java, PHP, Python, Ruby etc.</a:t>
            </a:r>
          </a:p>
          <a:p>
            <a:r>
              <a:rPr lang="en-US" b="1" dirty="0"/>
              <a:t>Declarative </a:t>
            </a:r>
            <a:r>
              <a:rPr lang="en-US" dirty="0"/>
              <a:t>the programmer states only </a:t>
            </a:r>
            <a:r>
              <a:rPr lang="en-US" i="1" dirty="0">
                <a:solidFill>
                  <a:srgbClr val="FF0000"/>
                </a:solidFill>
              </a:rPr>
              <a:t>what the result should look like</a:t>
            </a:r>
            <a:r>
              <a:rPr lang="en-US" dirty="0"/>
              <a:t>, </a:t>
            </a:r>
            <a:r>
              <a:rPr lang="en-US" b="1" dirty="0"/>
              <a:t>not</a:t>
            </a:r>
            <a:r>
              <a:rPr lang="en-US" dirty="0"/>
              <a:t> how to obtain it. Example SQL, HTML , CSS</a:t>
            </a:r>
          </a:p>
          <a:p>
            <a:endParaRPr lang="en-US" i="1" dirty="0"/>
          </a:p>
          <a:p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334000"/>
            <a:ext cx="3200400" cy="145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1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/>
          <a:lstStyle/>
          <a:p>
            <a:r>
              <a:rPr lang="en-US" b="1" dirty="0"/>
              <a:t>Structured Programming</a:t>
            </a:r>
          </a:p>
          <a:p>
            <a:pPr lvl="1"/>
            <a:r>
              <a:rPr lang="en-US" dirty="0"/>
              <a:t>Kind of imperative programming </a:t>
            </a:r>
          </a:p>
          <a:p>
            <a:pPr lvl="1"/>
            <a:r>
              <a:rPr lang="en-US" dirty="0"/>
              <a:t>Control flow is defined by nested loops, conditionals, and subroutines</a:t>
            </a:r>
          </a:p>
          <a:p>
            <a:pPr lvl="1"/>
            <a:r>
              <a:rPr lang="en-US" i="1" u="sng" dirty="0"/>
              <a:t>Sequence</a:t>
            </a:r>
            <a:r>
              <a:rPr lang="en-US" i="1" dirty="0"/>
              <a:t>, </a:t>
            </a:r>
            <a:r>
              <a:rPr lang="en-US" i="1" u="sng" dirty="0">
                <a:solidFill>
                  <a:schemeClr val="accent1"/>
                </a:solidFill>
              </a:rPr>
              <a:t>Selection</a:t>
            </a:r>
            <a:r>
              <a:rPr lang="en-US" i="1" dirty="0">
                <a:solidFill>
                  <a:schemeClr val="accent1"/>
                </a:solidFill>
              </a:rPr>
              <a:t> </a:t>
            </a:r>
            <a:r>
              <a:rPr lang="en-US" i="1" dirty="0"/>
              <a:t>and</a:t>
            </a:r>
            <a:r>
              <a:rPr lang="en-US" i="1" dirty="0">
                <a:solidFill>
                  <a:schemeClr val="accent2"/>
                </a:solidFill>
              </a:rPr>
              <a:t> </a:t>
            </a:r>
            <a:r>
              <a:rPr lang="en-US" i="1" u="sng" dirty="0">
                <a:solidFill>
                  <a:schemeClr val="accent2"/>
                </a:solidFill>
              </a:rPr>
              <a:t>Repetition</a:t>
            </a:r>
          </a:p>
          <a:p>
            <a:pPr lvl="1"/>
            <a:endParaRPr lang="en-US" i="1" dirty="0"/>
          </a:p>
          <a:p>
            <a:pPr lvl="1"/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48725" y="4432300"/>
            <a:ext cx="230347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l-PL" b="1" dirty="0"/>
              <a:t>x= 5;</a:t>
            </a:r>
            <a:br>
              <a:rPr lang="pl-PL" b="1" dirty="0"/>
            </a:br>
            <a:r>
              <a:rPr lang="pl-PL" b="1" dirty="0"/>
              <a:t>y = 11;</a:t>
            </a:r>
            <a:br>
              <a:rPr lang="pl-PL" b="1" dirty="0"/>
            </a:br>
            <a:r>
              <a:rPr lang="pl-PL" b="1" dirty="0"/>
              <a:t>z = x + y;</a:t>
            </a:r>
            <a:br>
              <a:rPr lang="pl-PL" b="1" dirty="0"/>
            </a:br>
            <a:r>
              <a:rPr lang="pl-PL" b="1" dirty="0"/>
              <a:t>System.out.println(z);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19926" y="4419600"/>
            <a:ext cx="3045424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if (x % 2 == 0)</a:t>
            </a:r>
            <a:br>
              <a:rPr lang="en-US" b="1" dirty="0"/>
            </a:br>
            <a:r>
              <a:rPr lang="en-US" b="1" dirty="0"/>
              <a:t>{</a:t>
            </a:r>
            <a:br>
              <a:rPr lang="en-US" b="1" dirty="0"/>
            </a:br>
            <a:r>
              <a:rPr lang="en-US" b="1" dirty="0"/>
              <a:t>    </a:t>
            </a:r>
            <a:r>
              <a:rPr lang="en-US" b="1" dirty="0" err="1"/>
              <a:t>System.out.println</a:t>
            </a:r>
            <a:r>
              <a:rPr lang="en-US" b="1" dirty="0"/>
              <a:t>("The number is even.");</a:t>
            </a:r>
            <a:br>
              <a:rPr lang="en-US" b="1" dirty="0"/>
            </a:br>
            <a:r>
              <a:rPr lang="en-US" b="1" dirty="0"/>
              <a:t>}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48400" y="4419600"/>
            <a:ext cx="248395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while(x &lt; 100)</a:t>
            </a:r>
            <a:br>
              <a:rPr lang="en-US" b="1" dirty="0"/>
            </a:br>
            <a:r>
              <a:rPr lang="en-US" b="1" dirty="0"/>
              <a:t>{</a:t>
            </a:r>
            <a:br>
              <a:rPr lang="en-US" b="1" dirty="0"/>
            </a:br>
            <a:r>
              <a:rPr lang="en-US" b="1" dirty="0"/>
              <a:t>    </a:t>
            </a:r>
            <a:r>
              <a:rPr lang="en-US" b="1" dirty="0" err="1"/>
              <a:t>System.out.println</a:t>
            </a:r>
            <a:r>
              <a:rPr lang="en-US" b="1" dirty="0"/>
              <a:t>(x);</a:t>
            </a:r>
            <a:br>
              <a:rPr lang="en-US" b="1" dirty="0"/>
            </a:br>
            <a:r>
              <a:rPr lang="en-US" b="1" dirty="0"/>
              <a:t>    x = x * x</a:t>
            </a:r>
            <a:br>
              <a:rPr lang="en-US" b="1" dirty="0"/>
            </a:br>
            <a:r>
              <a:rPr lang="en-US" b="1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67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800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</a:rPr>
              <a:t>Object Oriented Programming (OOP)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+mj-lt"/>
              </a:rPr>
              <a:t>O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bject-oriented programming is about creating objects that contain both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data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methods</a:t>
            </a:r>
          </a:p>
          <a:p>
            <a:pPr lvl="1"/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Classes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and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+mj-lt"/>
              </a:rPr>
              <a:t>objects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+mj-lt"/>
              </a:rPr>
              <a:t> are the two main aspects of object-oriented programming</a:t>
            </a:r>
          </a:p>
          <a:p>
            <a:pPr lvl="1"/>
            <a:endParaRPr lang="en-US" sz="24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latin typeface="+mj-lt"/>
              </a:rPr>
              <a:t>Examples:  </a:t>
            </a:r>
            <a:r>
              <a:rPr lang="en-US" sz="2800" dirty="0">
                <a:latin typeface="+mj-lt"/>
              </a:rPr>
              <a:t>C++, C#, Java, Python.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AB5C74-A9C6-8C64-0FBD-ADBEF7A29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31546"/>
              </p:ext>
            </p:extLst>
          </p:nvPr>
        </p:nvGraphicFramePr>
        <p:xfrm>
          <a:off x="1524000" y="388620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362274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36885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482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Apple, Banana, Mango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531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Volvo, Audi, Toyota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30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Ali, Hamza, Ahmad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53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64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82C6-2541-867D-1EB8-7F004A48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Paradigm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7BB00-401C-ED4B-357E-9F6665F2221D}"/>
              </a:ext>
            </a:extLst>
          </p:cNvPr>
          <p:cNvSpPr txBox="1"/>
          <p:nvPr/>
        </p:nvSpPr>
        <p:spPr>
          <a:xfrm>
            <a:off x="444500" y="1828800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Car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carModel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carClass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Car(String num)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num;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	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carReg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Car Audi = new Car("AX-7865");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Audi.getReg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486D04-0584-027B-C917-AB75024F378C}"/>
              </a:ext>
            </a:extLst>
          </p:cNvPr>
          <p:cNvSpPr txBox="1">
            <a:spLocks/>
          </p:cNvSpPr>
          <p:nvPr/>
        </p:nvSpPr>
        <p:spPr>
          <a:xfrm>
            <a:off x="457200" y="1295400"/>
            <a:ext cx="1917700" cy="41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dirty="0"/>
              <a:t>Example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65992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 Paradigm</a:t>
            </a:r>
            <a:endParaRPr lang="en-US" altLang="en-US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altLang="en-US" dirty="0"/>
              <a:t>Functional Programming</a:t>
            </a:r>
          </a:p>
          <a:p>
            <a:pPr lvl="1"/>
            <a:r>
              <a:rPr lang="en-US" altLang="en-US" dirty="0"/>
              <a:t>Basic method of computation is the application of functions to arguments</a:t>
            </a:r>
          </a:p>
          <a:p>
            <a:pPr lvl="1"/>
            <a:r>
              <a:rPr lang="en-US" altLang="en-US" u="sng" dirty="0"/>
              <a:t>Supports</a:t>
            </a:r>
            <a:r>
              <a:rPr lang="en-US" altLang="en-US" dirty="0"/>
              <a:t> and </a:t>
            </a:r>
            <a:r>
              <a:rPr lang="en-US" altLang="en-US" u="sng" dirty="0"/>
              <a:t>encourages</a:t>
            </a:r>
            <a:r>
              <a:rPr lang="en-US" altLang="en-US" dirty="0"/>
              <a:t> the functional style</a:t>
            </a:r>
          </a:p>
          <a:p>
            <a:pPr lvl="1"/>
            <a:r>
              <a:rPr lang="en-US" altLang="en-US" dirty="0">
                <a:latin typeface="+mj-lt"/>
              </a:rPr>
              <a:t>Examples of FP languages</a:t>
            </a:r>
          </a:p>
          <a:p>
            <a:pPr lvl="2"/>
            <a:r>
              <a:rPr lang="en-US" altLang="en-US" sz="2000" dirty="0">
                <a:latin typeface="+mj-lt"/>
              </a:rPr>
              <a:t>Lisp, Haskell, Python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1587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8153400" cy="1470025"/>
          </a:xfrm>
        </p:spPr>
        <p:txBody>
          <a:bodyPr>
            <a:normAutofit/>
          </a:bodyPr>
          <a:lstStyle/>
          <a:p>
            <a:r>
              <a:rPr lang="en-US" dirty="0"/>
              <a:t>Program Development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762000" y="8128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95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Program Development </a:t>
            </a:r>
            <a:r>
              <a:rPr lang="en-US" altLang="en-US" dirty="0"/>
              <a:t>C</a:t>
            </a:r>
            <a:r>
              <a:rPr lang="en-US" altLang="en-US"/>
              <a:t>ycle</a:t>
            </a:r>
            <a:endParaRPr lang="en-US" altLang="en-US" dirty="0"/>
          </a:p>
          <a:p>
            <a:r>
              <a:rPr lang="en-US" dirty="0"/>
              <a:t>Algorithm</a:t>
            </a:r>
          </a:p>
          <a:p>
            <a:r>
              <a:rPr lang="en-US" dirty="0"/>
              <a:t>The First Four Steps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C8C74-4A28-42C1-92A0-1CB51970C1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74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Programming: Plan First, Then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good programmer will plan first and write second</a:t>
            </a:r>
          </a:p>
          <a:p>
            <a:pPr lvl="1"/>
            <a:r>
              <a:rPr lang="en-US" dirty="0"/>
              <a:t>Breaking down a large programming task into several smaller tasks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335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An Overview of Seven Steps</a:t>
            </a:r>
            <a:endParaRPr lang="en-US" dirty="0"/>
          </a:p>
        </p:txBody>
      </p:sp>
      <p:pic>
        <p:nvPicPr>
          <p:cNvPr id="1026" name="Picture 2" descr="https://d3c33hcgiwev3.cloudfront.net/imageAssetProxy.v1/QxjDIQXCEeebgApiSkR0eg_0bfe6c1d55d020d7b2180a90443b1c26_01_high_level_prog.png?expiry=1600819200000&amp;hmac=_aFI-ihcJBaePWfU0FvsOCx3jbc7Qr38hgDXcv5JugM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69" y="2514600"/>
            <a:ext cx="8414564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251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Set of well-defined logical steps that must be taken to perform a task</a:t>
            </a:r>
          </a:p>
          <a:p>
            <a:r>
              <a:rPr lang="en-US" altLang="en-US" sz="2800" b="1" i="1" dirty="0"/>
              <a:t>For example</a:t>
            </a:r>
            <a:r>
              <a:rPr lang="en-US" altLang="en-US" sz="2800" i="1" dirty="0"/>
              <a:t>, suppose you have been asked to write a program to calculate and display the gross pay for an hourly paid employee. </a:t>
            </a:r>
          </a:p>
          <a:p>
            <a:pPr marL="0" indent="0">
              <a:buNone/>
            </a:pPr>
            <a:r>
              <a:rPr lang="en-US" altLang="en-US" sz="2400" b="1" dirty="0"/>
              <a:t>Here are the steps that you would take:</a:t>
            </a:r>
          </a:p>
          <a:p>
            <a:pPr marL="457200" lvl="1" indent="0">
              <a:buNone/>
            </a:pPr>
            <a:r>
              <a:rPr lang="en-US" altLang="en-US" sz="2000" dirty="0"/>
              <a:t>1. Get the number of hours worked.</a:t>
            </a:r>
          </a:p>
          <a:p>
            <a:pPr marL="457200" lvl="1" indent="0">
              <a:buNone/>
            </a:pPr>
            <a:r>
              <a:rPr lang="en-US" altLang="en-US" sz="2000" dirty="0"/>
              <a:t>2. Get the hourly pay rate.</a:t>
            </a:r>
          </a:p>
          <a:p>
            <a:pPr marL="457200" lvl="1" indent="0">
              <a:buNone/>
            </a:pPr>
            <a:r>
              <a:rPr lang="en-US" altLang="en-US" sz="2000" dirty="0"/>
              <a:t>3. Multiply the number of hours worked by the hourly pay rate.</a:t>
            </a:r>
          </a:p>
          <a:p>
            <a:pPr marL="457200" lvl="1" indent="0">
              <a:buNone/>
            </a:pPr>
            <a:r>
              <a:rPr lang="en-US" altLang="en-US" sz="2000" dirty="0"/>
              <a:t>4. Display the result of the calculation that was performed in Step 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968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Pseudocode</a:t>
            </a:r>
            <a:endParaRPr lang="he-IL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u="sng"/>
              <a:t>Pseudocode</a:t>
            </a:r>
            <a:r>
              <a:rPr lang="en-US" altLang="en-US" sz="2800"/>
              <a:t>: fake code</a:t>
            </a:r>
          </a:p>
          <a:p>
            <a:pPr lvl="1" eaLnBrk="1" hangingPunct="1"/>
            <a:r>
              <a:rPr lang="en-US" altLang="en-US" sz="2400"/>
              <a:t>Informal language that has no syntax rule </a:t>
            </a:r>
          </a:p>
          <a:p>
            <a:pPr lvl="1" eaLnBrk="1" hangingPunct="1"/>
            <a:r>
              <a:rPr lang="en-US" altLang="en-US" sz="2400"/>
              <a:t>Not meant to be compiled or executed</a:t>
            </a:r>
          </a:p>
          <a:p>
            <a:pPr lvl="1" eaLnBrk="1" hangingPunct="1"/>
            <a:r>
              <a:rPr lang="en-US" altLang="en-US" sz="2400"/>
              <a:t>Used to create model program</a:t>
            </a:r>
          </a:p>
          <a:p>
            <a:pPr lvl="2" eaLnBrk="1" hangingPunct="1"/>
            <a:r>
              <a:rPr lang="en-US" altLang="en-US" sz="2000"/>
              <a:t>No need to worry about syntax errors, can focus on program’s design</a:t>
            </a:r>
          </a:p>
          <a:p>
            <a:pPr lvl="2" eaLnBrk="1" hangingPunct="1"/>
            <a:r>
              <a:rPr lang="en-US" altLang="en-US" sz="2000"/>
              <a:t>Can be translated directly into actual code in any programming language</a:t>
            </a:r>
            <a:endParaRPr lang="he-IL" altLang="en-US" sz="200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4876800"/>
            <a:ext cx="5848350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8388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Flowcharts</a:t>
            </a:r>
            <a:endParaRPr lang="he-IL" altLang="en-US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u="sng" dirty="0"/>
              <a:t>Flowchart</a:t>
            </a:r>
            <a:r>
              <a:rPr lang="en-US" altLang="en-US" dirty="0"/>
              <a:t>: diagram that graphically depicts the steps in a program</a:t>
            </a:r>
          </a:p>
          <a:p>
            <a:pPr lvl="1" eaLnBrk="1" hangingPunct="1"/>
            <a:r>
              <a:rPr lang="en-US" altLang="en-US" dirty="0"/>
              <a:t>Ovals are terminal symbols</a:t>
            </a:r>
          </a:p>
          <a:p>
            <a:pPr lvl="1" eaLnBrk="1" hangingPunct="1"/>
            <a:r>
              <a:rPr lang="en-US" altLang="en-US" dirty="0"/>
              <a:t>Parallelograms are input and output symbols</a:t>
            </a:r>
          </a:p>
          <a:p>
            <a:pPr lvl="1" eaLnBrk="1" hangingPunct="1"/>
            <a:r>
              <a:rPr lang="en-US" altLang="en-US" dirty="0"/>
              <a:t>Rectangles are processing symbols</a:t>
            </a:r>
          </a:p>
          <a:p>
            <a:pPr lvl="1" eaLnBrk="1" hangingPunct="1"/>
            <a:r>
              <a:rPr lang="en-US" altLang="en-US" dirty="0"/>
              <a:t>Symbols are connected by arrows that represent the flow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815936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3429000" cy="1676400"/>
          </a:xfrm>
        </p:spPr>
        <p:txBody>
          <a:bodyPr/>
          <a:lstStyle/>
          <a:p>
            <a:r>
              <a:rPr lang="en-US" sz="2400"/>
              <a:t>Flow Chart – Raptor Example</a:t>
            </a:r>
            <a:endParaRPr lang="da-DK" sz="2400"/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6200"/>
            <a:ext cx="4038600" cy="651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216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Four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48790" y="3810000"/>
            <a:ext cx="8229600" cy="26685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1: Work an Example Yourself</a:t>
            </a:r>
          </a:p>
          <a:p>
            <a:pPr marL="0" indent="0">
              <a:buNone/>
            </a:pPr>
            <a:r>
              <a:rPr lang="en-US" dirty="0"/>
              <a:t>Step 2: Write Down What You Just Did</a:t>
            </a:r>
          </a:p>
          <a:p>
            <a:pPr marL="0" indent="0">
              <a:buNone/>
            </a:pPr>
            <a:r>
              <a:rPr lang="en-US" dirty="0"/>
              <a:t>Step 3: Generalize Your Steps</a:t>
            </a:r>
          </a:p>
          <a:p>
            <a:pPr marL="0" indent="0">
              <a:buNone/>
            </a:pPr>
            <a:r>
              <a:rPr lang="en-US" dirty="0"/>
              <a:t>Step 4: Test Your Algorithm</a:t>
            </a:r>
          </a:p>
        </p:txBody>
      </p:sp>
      <p:pic>
        <p:nvPicPr>
          <p:cNvPr id="3" name="Picture 4" descr="https://d3c33hcgiwev3.cloudfront.net/imageAssetProxy.v1/kBP1hAtHEeeBNhJf9KzsOA_80d7e65e9d1ab2fccd4b1d799964717f_01_steps_new.png?expiry=1600819200000&amp;hmac=eL-UalEUYSaxaeBICzoGCJQjWWBBEXWwsw_0CEgsw0c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28" y="1524000"/>
            <a:ext cx="8471562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225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 a program to compute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dirty="0"/>
              <a:t> raised to the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/>
              <a:t> power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i="1" baseline="30000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Step 1: Work an Example Yourself</a:t>
            </a:r>
          </a:p>
          <a:p>
            <a:pPr marL="0" indent="0">
              <a:buNone/>
            </a:pPr>
            <a:r>
              <a:rPr lang="en-US" i="1" dirty="0"/>
              <a:t>x</a:t>
            </a:r>
            <a:r>
              <a:rPr lang="en-US" dirty="0"/>
              <a:t> = 3 and </a:t>
            </a:r>
            <a:r>
              <a:rPr lang="en-US" i="1" dirty="0"/>
              <a:t>y </a:t>
            </a:r>
            <a:r>
              <a:rPr lang="en-US" dirty="0"/>
              <a:t>= 4, getting an answer of 3^4 = 81.</a:t>
            </a:r>
            <a:endParaRPr lang="en-US" b="1" dirty="0"/>
          </a:p>
          <a:p>
            <a:pPr marL="0" indent="0">
              <a:buNone/>
            </a:pPr>
            <a:endParaRPr lang="en-US" i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285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2: Write Down What You Just Did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https://d3c33hcgiwev3.cloudfront.net/imageAssetProxy.v1/XTCVlAtKEeeNXwrenFYp7g_94f62447569b70f3f9859c82d1087b8e_power_ex.png?expiry=1601078400000&amp;hmac=da9nYezL2NrZy6h9XWsceLu9L31qOgfJ15SsoUm3o3M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176"/>
          <a:stretch/>
        </p:blipFill>
        <p:spPr bwMode="auto">
          <a:xfrm>
            <a:off x="2743200" y="2438400"/>
            <a:ext cx="3710623" cy="29340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1913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3: Generalize Your Steps</a:t>
            </a:r>
          </a:p>
          <a:p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652032" y="2214641"/>
            <a:ext cx="7425168" cy="3911521"/>
            <a:chOff x="526144" y="2225528"/>
            <a:chExt cx="6461078" cy="3108472"/>
          </a:xfrm>
        </p:grpSpPr>
        <p:sp>
          <p:nvSpPr>
            <p:cNvPr id="17" name="Rectangle 16"/>
            <p:cNvSpPr/>
            <p:nvPr/>
          </p:nvSpPr>
          <p:spPr>
            <a:xfrm>
              <a:off x="5342367" y="2594860"/>
              <a:ext cx="304800" cy="4531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https://d3c33hcgiwev3.cloudfront.net/imageAssetProxy.v1/cB0uFAtMEeeNXwrenFYp7g_e053ec767910533ecd11c87390bf492a_power_1.png?expiry=1601078400000&amp;hmac=WW8ypglk0oTxbKXqpvlcnheOBXk__zq9N1vxA9UIq4A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195"/>
            <a:stretch/>
          </p:blipFill>
          <p:spPr bwMode="auto">
            <a:xfrm>
              <a:off x="3886200" y="2594860"/>
              <a:ext cx="3101022" cy="2739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Rectangle 14"/>
            <p:cNvSpPr/>
            <p:nvPr/>
          </p:nvSpPr>
          <p:spPr>
            <a:xfrm>
              <a:off x="1981200" y="2594860"/>
              <a:ext cx="304800" cy="4531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https://d3c33hcgiwev3.cloudfront.net/imageAssetProxy.v1/XTCVlAtKEeeNXwrenFYp7g_94f62447569b70f3f9859c82d1087b8e_power_ex.png?expiry=1601078400000&amp;hmac=da9nYezL2NrZy6h9XWsceLu9L31qOgfJ15SsoUm3o3M"/>
            <p:cNvPicPr/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176"/>
            <a:stretch/>
          </p:blipFill>
          <p:spPr bwMode="auto">
            <a:xfrm>
              <a:off x="533401" y="2594860"/>
              <a:ext cx="3352799" cy="2739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tangle 15"/>
            <p:cNvSpPr/>
            <p:nvPr/>
          </p:nvSpPr>
          <p:spPr>
            <a:xfrm>
              <a:off x="526144" y="2225528"/>
              <a:ext cx="3878944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1-Replacing this occurrence of 3 with x</a:t>
              </a:r>
            </a:p>
          </p:txBody>
        </p:sp>
      </p:grpSp>
      <p:sp>
        <p:nvSpPr>
          <p:cNvPr id="4" name="Arrow: Right 3">
            <a:extLst>
              <a:ext uri="{FF2B5EF4-FFF2-40B4-BE49-F238E27FC236}">
                <a16:creationId xmlns:a16="http://schemas.microsoft.com/office/drawing/2014/main" id="{D139C059-3A30-57E2-691F-F116878CDFF2}"/>
              </a:ext>
            </a:extLst>
          </p:cNvPr>
          <p:cNvSpPr/>
          <p:nvPr/>
        </p:nvSpPr>
        <p:spPr>
          <a:xfrm>
            <a:off x="3759799" y="4199574"/>
            <a:ext cx="7620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04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3: Generalize Your Steps</a:t>
            </a:r>
          </a:p>
          <a:p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457200" y="2445237"/>
            <a:ext cx="8408511" cy="2431563"/>
            <a:chOff x="659289" y="2216638"/>
            <a:chExt cx="8484711" cy="2431563"/>
          </a:xfrm>
        </p:grpSpPr>
        <p:grpSp>
          <p:nvGrpSpPr>
            <p:cNvPr id="20" name="Group 19"/>
            <p:cNvGrpSpPr/>
            <p:nvPr/>
          </p:nvGrpSpPr>
          <p:grpSpPr>
            <a:xfrm>
              <a:off x="659289" y="2216638"/>
              <a:ext cx="2693511" cy="2431563"/>
              <a:chOff x="659289" y="2216638"/>
              <a:chExt cx="2693511" cy="2431563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659289" y="2216638"/>
                <a:ext cx="1759392" cy="36933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dirty="0"/>
                  <a:t>2-Find repetition</a:t>
                </a:r>
              </a:p>
            </p:txBody>
          </p:sp>
          <p:pic>
            <p:nvPicPr>
              <p:cNvPr id="21" name="Picture 20" descr="https://d3c33hcgiwev3.cloudfront.net/imageAssetProxy.v1/IcBWpgtNEeeYfApVbTauLA_845b7f6465fe31bd68693b6b02fa3eed_power_2.png?expiry=1601078400000&amp;hmac=QIywOTClODRRLyMB5STWx-urxkVEAcHKxEtS9e5NB_M"/>
              <p:cNvPicPr/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0589"/>
              <a:stretch/>
            </p:blipFill>
            <p:spPr bwMode="auto">
              <a:xfrm>
                <a:off x="659289" y="2583975"/>
                <a:ext cx="2693511" cy="20642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" name="Picture 22" descr="https://d3c33hcgiwev3.cloudfront.net/imageAssetProxy.v1/8PO09AtNEeeBNhJf9KzsOA_bf721f73e2822db5ded95221cecaa036_power_3.png?expiry=1601078400000&amp;hmac=AyfPF6wCq_iaAyQR9DH8Vscjj2WSy90x_4kqdEDPSeI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0400" y="2614999"/>
              <a:ext cx="5943600" cy="1526030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90356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3: Generalize Your Steps</a:t>
            </a:r>
          </a:p>
          <a:p>
            <a:endParaRPr lang="en-US" dirty="0"/>
          </a:p>
        </p:txBody>
      </p:sp>
      <p:pic>
        <p:nvPicPr>
          <p:cNvPr id="25" name="Picture 24" descr="https://d3c33hcgiwev3.cloudfront.net/imageAssetProxy.v1/R8aSYAtOEeeYfApVbTauLA_8cd51956edb329d9d07756c84d2b2689_power_4.png?expiry=1601078400000&amp;hmac=QB15nEQnnH35nSAJIT0_a5xjhGwEzspmAziymJrtGVA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51"/>
          <a:stretch/>
        </p:blipFill>
        <p:spPr bwMode="auto">
          <a:xfrm>
            <a:off x="152400" y="2667000"/>
            <a:ext cx="8991600" cy="2057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1188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4: Test Your Algorithm</a:t>
            </a:r>
          </a:p>
          <a:p>
            <a:endParaRPr lang="en-US" dirty="0"/>
          </a:p>
        </p:txBody>
      </p:sp>
      <p:pic>
        <p:nvPicPr>
          <p:cNvPr id="4" name="Picture 3" descr="https://d3c33hcgiwev3.cloudfront.net/imageAssetProxy.v1/PZE6EXkzEee6mw7xN92yoA_bc6e8aff676a2910be713d4b5e46db6c_1.2-Step-4-alg1.png?expiry=1601078400000&amp;hmac=BvjFHi6AsPJE5AqoP0mhauNPViPDMNQ9WU43eyBGREE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90"/>
          <a:stretch/>
        </p:blipFill>
        <p:spPr bwMode="auto">
          <a:xfrm>
            <a:off x="304800" y="2438400"/>
            <a:ext cx="8686800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6612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4: Test Your Algorithm</a:t>
            </a:r>
          </a:p>
          <a:p>
            <a:endParaRPr lang="en-US" dirty="0"/>
          </a:p>
        </p:txBody>
      </p:sp>
      <p:pic>
        <p:nvPicPr>
          <p:cNvPr id="59394" name="Picture 2" descr="https://d3c33hcgiwev3.cloudfront.net/imageAssetProxy.v1/T_Pz8nkzEee6mw7xN92yoA_501cc14a20253848ca39dc9a622cdd7a_1.2-Step-4-alg2.png?expiry=1601078400000&amp;hmac=Eq2zo3xy86dmzD1T0DiSqfS8aUgc0_4vmRshMMlrSIQ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902"/>
          <a:stretch/>
        </p:blipFill>
        <p:spPr bwMode="auto">
          <a:xfrm>
            <a:off x="357352" y="2590800"/>
            <a:ext cx="851022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20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6304</TotalTime>
  <Words>923</Words>
  <Application>Microsoft Office PowerPoint</Application>
  <PresentationFormat>On-screen Show (4:3)</PresentationFormat>
  <Paragraphs>143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Courier New</vt:lpstr>
      <vt:lpstr>Times New Roman</vt:lpstr>
      <vt:lpstr>Office Theme</vt:lpstr>
      <vt:lpstr>Computer Programming Languages</vt:lpstr>
      <vt:lpstr>Computer Basics</vt:lpstr>
      <vt:lpstr>Hardware and Memory</vt:lpstr>
      <vt:lpstr>Hardware and Memory</vt:lpstr>
      <vt:lpstr>Programming Languages</vt:lpstr>
      <vt:lpstr>PowerPoint Presentation</vt:lpstr>
      <vt:lpstr>Programming Paradigm </vt:lpstr>
      <vt:lpstr>Programming Paradigm </vt:lpstr>
      <vt:lpstr>Programming Paradigm </vt:lpstr>
      <vt:lpstr>Programming Paradigm </vt:lpstr>
      <vt:lpstr>Programming Paradigm</vt:lpstr>
      <vt:lpstr>Program Development</vt:lpstr>
      <vt:lpstr>Outline</vt:lpstr>
      <vt:lpstr>Programming: Plan First, Then Code</vt:lpstr>
      <vt:lpstr>An Overview of Seven Steps</vt:lpstr>
      <vt:lpstr>Algorithm</vt:lpstr>
      <vt:lpstr>Pseudocode</vt:lpstr>
      <vt:lpstr>Flowcharts</vt:lpstr>
      <vt:lpstr>Flow Chart – Raptor Example</vt:lpstr>
      <vt:lpstr>First Four Steps</vt:lpstr>
      <vt:lpstr>Example-1</vt:lpstr>
      <vt:lpstr>Example-1</vt:lpstr>
      <vt:lpstr>Example-1</vt:lpstr>
      <vt:lpstr>Example-1</vt:lpstr>
      <vt:lpstr>Example-1</vt:lpstr>
      <vt:lpstr>Example-1</vt:lpstr>
      <vt:lpstr>Example-1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Programming Languages</dc:title>
  <dc:creator>Rizwan</dc:creator>
  <cp:lastModifiedBy>Saneeha Amir</cp:lastModifiedBy>
  <cp:revision>47</cp:revision>
  <dcterms:created xsi:type="dcterms:W3CDTF">2006-08-16T00:00:00Z</dcterms:created>
  <dcterms:modified xsi:type="dcterms:W3CDTF">2023-09-07T10:31:41Z</dcterms:modified>
</cp:coreProperties>
</file>